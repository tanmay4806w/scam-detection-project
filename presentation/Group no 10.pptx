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2" r:id="rId1"/>
    <p:sldMasterId id="2147483663" r:id="rId2"/>
  </p:sldMasterIdLst>
  <p:notesMasterIdLst>
    <p:notesMasterId r:id="rId19"/>
  </p:notesMasterIdLst>
  <p:sldIdLst>
    <p:sldId id="256" r:id="rId3"/>
    <p:sldId id="257" r:id="rId4"/>
    <p:sldId id="258" r:id="rId5"/>
    <p:sldId id="259" r:id="rId6"/>
    <p:sldId id="260" r:id="rId7"/>
    <p:sldId id="261" r:id="rId8"/>
    <p:sldId id="262" r:id="rId9"/>
    <p:sldId id="263" r:id="rId10"/>
    <p:sldId id="265" r:id="rId11"/>
    <p:sldId id="266" r:id="rId12"/>
    <p:sldId id="267" r:id="rId13"/>
    <p:sldId id="268" r:id="rId14"/>
    <p:sldId id="272" r:id="rId15"/>
    <p:sldId id="273" r:id="rId16"/>
    <p:sldId id="278" r:id="rId17"/>
    <p:sldId id="279" r:id="rId1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2D0D310-4A35-4D44-8B9F-46EC61DE6F19}">
  <a:tblStyle styleId="{D2D0D310-4A35-4D44-8B9F-46EC61DE6F19}"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3F9FA"/>
          </a:solidFill>
        </a:fill>
      </a:tcStyle>
    </a:wholeTbl>
    <a:band1H>
      <a:tcTxStyle/>
      <a:tcStyle>
        <a:tcBdr/>
        <a:fill>
          <a:solidFill>
            <a:srgbClr val="E7F3F4"/>
          </a:solidFill>
        </a:fill>
      </a:tcStyle>
    </a:band1H>
    <a:band2H>
      <a:tcTxStyle/>
      <a:tcStyle>
        <a:tcBdr/>
      </a:tcStyle>
    </a:band2H>
    <a:band1V>
      <a:tcTxStyle/>
      <a:tcStyle>
        <a:tcBdr/>
        <a:fill>
          <a:solidFill>
            <a:srgbClr val="E7F3F4"/>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5" autoAdjust="0"/>
    <p:restoredTop sz="94660"/>
  </p:normalViewPr>
  <p:slideViewPr>
    <p:cSldViewPr snapToGrid="0">
      <p:cViewPr varScale="1">
        <p:scale>
          <a:sx n="78" d="100"/>
          <a:sy n="78" d="100"/>
        </p:scale>
        <p:origin x="1013"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 name="Google Shape;9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
        <p:nvSpPr>
          <p:cNvPr id="103" name="Google Shape;10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3</a:t>
            </a:fld>
            <a:endParaRPr sz="1400">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Calibri"/>
              <a:buNone/>
            </a:pPr>
            <a:fld id="{00000000-1234-1234-1234-123412341234}" type="slidenum">
              <a:rPr lang="en-US"/>
              <a:t>4</a:t>
            </a:fld>
            <a:endParaRPr sz="140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
        <p:nvSpPr>
          <p:cNvPr id="119" name="Google Shape;11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p5: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sz="1400">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
        <p:nvSpPr>
          <p:cNvPr id="127" name="Google Shape;127;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6: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sz="140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
        <p:nvSpPr>
          <p:cNvPr id="135" name="Google Shape;135;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7:notes"/>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sz="1400">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6" name="Google Shape;18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29" name="Google Shape;22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480"/>
              </a:spcBef>
              <a:spcAft>
                <a:spcPts val="0"/>
              </a:spcAft>
              <a:buClr>
                <a:schemeClr val="dk1"/>
              </a:buClr>
              <a:buSzPts val="2400"/>
              <a:buFont typeface="Arial"/>
              <a:buNone/>
              <a:defRPr/>
            </a:lvl1pPr>
            <a:lvl2pPr lvl="1" algn="ctr">
              <a:lnSpc>
                <a:spcPct val="100000"/>
              </a:lnSpc>
              <a:spcBef>
                <a:spcPts val="400"/>
              </a:spcBef>
              <a:spcAft>
                <a:spcPts val="0"/>
              </a:spcAft>
              <a:buClr>
                <a:schemeClr val="dk1"/>
              </a:buClr>
              <a:buSzPts val="2000"/>
              <a:buFont typeface="Arial"/>
              <a:buNone/>
              <a:defRPr/>
            </a:lvl2pPr>
            <a:lvl3pPr lvl="2" algn="ctr">
              <a:lnSpc>
                <a:spcPct val="100000"/>
              </a:lnSpc>
              <a:spcBef>
                <a:spcPts val="480"/>
              </a:spcBef>
              <a:spcAft>
                <a:spcPts val="0"/>
              </a:spcAft>
              <a:buClr>
                <a:schemeClr val="dk1"/>
              </a:buClr>
              <a:buSzPts val="2400"/>
              <a:buFont typeface="Arial"/>
              <a:buNone/>
              <a:defRPr/>
            </a:lvl3pPr>
            <a:lvl4pPr lvl="3" algn="ctr">
              <a:lnSpc>
                <a:spcPct val="100000"/>
              </a:lnSpc>
              <a:spcBef>
                <a:spcPts val="320"/>
              </a:spcBef>
              <a:spcAft>
                <a:spcPts val="0"/>
              </a:spcAft>
              <a:buClr>
                <a:schemeClr val="dk1"/>
              </a:buClr>
              <a:buSzPts val="1600"/>
              <a:buFont typeface="Arial"/>
              <a:buNone/>
              <a:defRPr/>
            </a:lvl4pPr>
            <a:lvl5pPr lvl="4" algn="ctr">
              <a:lnSpc>
                <a:spcPct val="100000"/>
              </a:lnSpc>
              <a:spcBef>
                <a:spcPts val="280"/>
              </a:spcBef>
              <a:spcAft>
                <a:spcPts val="0"/>
              </a:spcAft>
              <a:buClr>
                <a:schemeClr val="dk1"/>
              </a:buClr>
              <a:buSzPts val="1400"/>
              <a:buFont typeface="Arial"/>
              <a:buNone/>
              <a:defRPr/>
            </a:lvl5pPr>
            <a:lvl6pPr lvl="5" algn="ctr">
              <a:lnSpc>
                <a:spcPct val="100000"/>
              </a:lnSpc>
              <a:spcBef>
                <a:spcPts val="280"/>
              </a:spcBef>
              <a:spcAft>
                <a:spcPts val="0"/>
              </a:spcAft>
              <a:buClr>
                <a:schemeClr val="dk1"/>
              </a:buClr>
              <a:buSzPts val="1400"/>
              <a:buFont typeface="Arial"/>
              <a:buNone/>
              <a:defRPr/>
            </a:lvl6pPr>
            <a:lvl7pPr lvl="6" algn="ctr">
              <a:lnSpc>
                <a:spcPct val="100000"/>
              </a:lnSpc>
              <a:spcBef>
                <a:spcPts val="280"/>
              </a:spcBef>
              <a:spcAft>
                <a:spcPts val="0"/>
              </a:spcAft>
              <a:buClr>
                <a:schemeClr val="dk1"/>
              </a:buClr>
              <a:buSzPts val="1400"/>
              <a:buFont typeface="Arial"/>
              <a:buNone/>
              <a:defRPr/>
            </a:lvl7pPr>
            <a:lvl8pPr lvl="7" algn="ctr">
              <a:lnSpc>
                <a:spcPct val="100000"/>
              </a:lnSpc>
              <a:spcBef>
                <a:spcPts val="280"/>
              </a:spcBef>
              <a:spcAft>
                <a:spcPts val="0"/>
              </a:spcAft>
              <a:buClr>
                <a:schemeClr val="dk1"/>
              </a:buClr>
              <a:buSzPts val="1400"/>
              <a:buFont typeface="Arial"/>
              <a:buNone/>
              <a:defRPr/>
            </a:lvl8pPr>
            <a:lvl9pPr lvl="8" algn="ctr">
              <a:lnSpc>
                <a:spcPct val="100000"/>
              </a:lnSpc>
              <a:spcBef>
                <a:spcPts val="280"/>
              </a:spcBef>
              <a:spcAft>
                <a:spcPts val="0"/>
              </a:spcAft>
              <a:buClr>
                <a:schemeClr val="dk1"/>
              </a:buClr>
              <a:buSzPts val="1400"/>
              <a:buFont typeface="Arial"/>
              <a:buNone/>
              <a:defRPr/>
            </a:lvl9pPr>
          </a:lstStyle>
          <a:p>
            <a:endParaRPr/>
          </a:p>
        </p:txBody>
      </p:sp>
      <p:sp>
        <p:nvSpPr>
          <p:cNvPr id="18" name="Google Shape;18;p2"/>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457200" y="122238"/>
            <a:ext cx="8229600" cy="6397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457200" y="122238"/>
            <a:ext cx="8229600" cy="6397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 name="Google Shape;24;p4"/>
          <p:cNvSpPr txBox="1">
            <a:spLocks noGrp="1"/>
          </p:cNvSpPr>
          <p:nvPr>
            <p:ph type="body" idx="1"/>
          </p:nvPr>
        </p:nvSpPr>
        <p:spPr>
          <a:xfrm>
            <a:off x="457200" y="1066800"/>
            <a:ext cx="4038600" cy="5181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4"/>
          <p:cNvSpPr txBox="1">
            <a:spLocks noGrp="1"/>
          </p:cNvSpPr>
          <p:nvPr>
            <p:ph type="body" idx="2"/>
          </p:nvPr>
        </p:nvSpPr>
        <p:spPr>
          <a:xfrm>
            <a:off x="4648200" y="1066800"/>
            <a:ext cx="4038600" cy="2514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6" name="Google Shape;26;p4"/>
          <p:cNvSpPr txBox="1">
            <a:spLocks noGrp="1"/>
          </p:cNvSpPr>
          <p:nvPr>
            <p:ph type="body" idx="3"/>
          </p:nvPr>
        </p:nvSpPr>
        <p:spPr>
          <a:xfrm>
            <a:off x="4648200" y="3733800"/>
            <a:ext cx="4038600" cy="2514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7" name="Google Shape;27;p4"/>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457200" y="122238"/>
            <a:ext cx="8229600" cy="6397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457200" y="1066800"/>
            <a:ext cx="4038600" cy="5181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 name="Google Shape;31;p5"/>
          <p:cNvSpPr txBox="1">
            <a:spLocks noGrp="1"/>
          </p:cNvSpPr>
          <p:nvPr>
            <p:ph type="body" idx="2"/>
          </p:nvPr>
        </p:nvSpPr>
        <p:spPr>
          <a:xfrm>
            <a:off x="4648200" y="1066800"/>
            <a:ext cx="4038600" cy="5181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2" name="Google Shape;32;p5"/>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rot="5400000">
            <a:off x="4595019" y="2156619"/>
            <a:ext cx="6126162"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5" name="Google Shape;35;p6"/>
          <p:cNvSpPr txBox="1">
            <a:spLocks noGrp="1"/>
          </p:cNvSpPr>
          <p:nvPr>
            <p:ph type="body" idx="1"/>
          </p:nvPr>
        </p:nvSpPr>
        <p:spPr>
          <a:xfrm rot="5400000">
            <a:off x="404019" y="175419"/>
            <a:ext cx="6126162"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6" name="Google Shape;36;p6"/>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457200" y="122237"/>
            <a:ext cx="8229600" cy="6397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9" name="Google Shape;39;p7"/>
          <p:cNvSpPr txBox="1">
            <a:spLocks noGrp="1"/>
          </p:cNvSpPr>
          <p:nvPr>
            <p:ph type="body" idx="1"/>
          </p:nvPr>
        </p:nvSpPr>
        <p:spPr>
          <a:xfrm rot="5400000">
            <a:off x="1981200" y="-457200"/>
            <a:ext cx="5181600"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0" name="Google Shape;40;p7"/>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3" name="Google Shape;43;p8"/>
          <p:cNvSpPr>
            <a:spLocks noGrp="1"/>
          </p:cNvSpPr>
          <p:nvPr>
            <p:ph type="pic" idx="2"/>
          </p:nvPr>
        </p:nvSpPr>
        <p:spPr>
          <a:xfrm>
            <a:off x="1792288" y="612775"/>
            <a:ext cx="5486400" cy="4114800"/>
          </a:xfrm>
          <a:prstGeom prst="rect">
            <a:avLst/>
          </a:prstGeom>
          <a:noFill/>
          <a:ln>
            <a:noFill/>
          </a:ln>
        </p:spPr>
        <p:txBody>
          <a:bodyPr/>
          <a:lstStyle/>
          <a:p>
            <a:endParaRPr lang="en-IN"/>
          </a:p>
        </p:txBody>
      </p:sp>
      <p:sp>
        <p:nvSpPr>
          <p:cNvPr id="44" name="Google Shape;44;p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Font typeface="Arial"/>
              <a:buNone/>
              <a:defRPr sz="1400"/>
            </a:lvl1pPr>
            <a:lvl2pPr marL="914400" lvl="1" indent="-228600" algn="l">
              <a:lnSpc>
                <a:spcPct val="100000"/>
              </a:lnSpc>
              <a:spcBef>
                <a:spcPts val="240"/>
              </a:spcBef>
              <a:spcAft>
                <a:spcPts val="0"/>
              </a:spcAft>
              <a:buClr>
                <a:schemeClr val="dk1"/>
              </a:buClr>
              <a:buSzPts val="1200"/>
              <a:buFont typeface="Arial"/>
              <a:buNone/>
              <a:defRPr sz="1200"/>
            </a:lvl2pPr>
            <a:lvl3pPr marL="1371600" lvl="2" indent="-228600" algn="l">
              <a:lnSpc>
                <a:spcPct val="100000"/>
              </a:lnSpc>
              <a:spcBef>
                <a:spcPts val="200"/>
              </a:spcBef>
              <a:spcAft>
                <a:spcPts val="0"/>
              </a:spcAft>
              <a:buClr>
                <a:schemeClr val="dk1"/>
              </a:buClr>
              <a:buSzPts val="1000"/>
              <a:buFont typeface="Arial"/>
              <a:buNone/>
              <a:defRPr sz="1000"/>
            </a:lvl3pPr>
            <a:lvl4pPr marL="1828800" lvl="3" indent="-228600" algn="l">
              <a:lnSpc>
                <a:spcPct val="100000"/>
              </a:lnSpc>
              <a:spcBef>
                <a:spcPts val="180"/>
              </a:spcBef>
              <a:spcAft>
                <a:spcPts val="0"/>
              </a:spcAft>
              <a:buClr>
                <a:schemeClr val="dk1"/>
              </a:buClr>
              <a:buSzPts val="900"/>
              <a:buFont typeface="Arial"/>
              <a:buNone/>
              <a:defRPr sz="900"/>
            </a:lvl4pPr>
            <a:lvl5pPr marL="2286000" lvl="4" indent="-228600" algn="l">
              <a:lnSpc>
                <a:spcPct val="100000"/>
              </a:lnSpc>
              <a:spcBef>
                <a:spcPts val="180"/>
              </a:spcBef>
              <a:spcAft>
                <a:spcPts val="0"/>
              </a:spcAft>
              <a:buClr>
                <a:schemeClr val="dk1"/>
              </a:buClr>
              <a:buSzPts val="900"/>
              <a:buFont typeface="Arial"/>
              <a:buNone/>
              <a:defRPr sz="900"/>
            </a:lvl5pPr>
            <a:lvl6pPr marL="2743200" lvl="5" indent="-228600" algn="l">
              <a:lnSpc>
                <a:spcPct val="100000"/>
              </a:lnSpc>
              <a:spcBef>
                <a:spcPts val="180"/>
              </a:spcBef>
              <a:spcAft>
                <a:spcPts val="0"/>
              </a:spcAft>
              <a:buClr>
                <a:schemeClr val="dk1"/>
              </a:buClr>
              <a:buSzPts val="900"/>
              <a:buFont typeface="Arial"/>
              <a:buNone/>
              <a:defRPr sz="900"/>
            </a:lvl6pPr>
            <a:lvl7pPr marL="3200400" lvl="6" indent="-228600" algn="l">
              <a:lnSpc>
                <a:spcPct val="100000"/>
              </a:lnSpc>
              <a:spcBef>
                <a:spcPts val="180"/>
              </a:spcBef>
              <a:spcAft>
                <a:spcPts val="0"/>
              </a:spcAft>
              <a:buClr>
                <a:schemeClr val="dk1"/>
              </a:buClr>
              <a:buSzPts val="900"/>
              <a:buFont typeface="Arial"/>
              <a:buNone/>
              <a:defRPr sz="900"/>
            </a:lvl7pPr>
            <a:lvl8pPr marL="3657600" lvl="7" indent="-228600" algn="l">
              <a:lnSpc>
                <a:spcPct val="100000"/>
              </a:lnSpc>
              <a:spcBef>
                <a:spcPts val="180"/>
              </a:spcBef>
              <a:spcAft>
                <a:spcPts val="0"/>
              </a:spcAft>
              <a:buClr>
                <a:schemeClr val="dk1"/>
              </a:buClr>
              <a:buSzPts val="900"/>
              <a:buFont typeface="Arial"/>
              <a:buNone/>
              <a:defRPr sz="900"/>
            </a:lvl8pPr>
            <a:lvl9pPr marL="4114800" lvl="8" indent="-228600" algn="l">
              <a:lnSpc>
                <a:spcPct val="100000"/>
              </a:lnSpc>
              <a:spcBef>
                <a:spcPts val="180"/>
              </a:spcBef>
              <a:spcAft>
                <a:spcPts val="0"/>
              </a:spcAft>
              <a:buClr>
                <a:schemeClr val="dk1"/>
              </a:buClr>
              <a:buSzPts val="900"/>
              <a:buFont typeface="Arial"/>
              <a:buNone/>
              <a:defRPr sz="900"/>
            </a:lvl9pPr>
          </a:lstStyle>
          <a:p>
            <a:endParaRPr/>
          </a:p>
        </p:txBody>
      </p:sp>
      <p:sp>
        <p:nvSpPr>
          <p:cNvPr id="45" name="Google Shape;45;p8"/>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8" name="Google Shape;48;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Font typeface="Arial"/>
              <a:buChar char="•"/>
              <a:defRPr sz="3200"/>
            </a:lvl1pPr>
            <a:lvl2pPr marL="914400" lvl="1" indent="-406400" algn="l">
              <a:lnSpc>
                <a:spcPct val="100000"/>
              </a:lnSpc>
              <a:spcBef>
                <a:spcPts val="560"/>
              </a:spcBef>
              <a:spcAft>
                <a:spcPts val="0"/>
              </a:spcAft>
              <a:buClr>
                <a:schemeClr val="dk1"/>
              </a:buClr>
              <a:buSzPts val="2800"/>
              <a:buFont typeface="Arial"/>
              <a:buChar char="–"/>
              <a:defRPr sz="2800"/>
            </a:lvl2pPr>
            <a:lvl3pPr marL="1371600" lvl="2" indent="-381000" algn="l">
              <a:lnSpc>
                <a:spcPct val="100000"/>
              </a:lnSpc>
              <a:spcBef>
                <a:spcPts val="480"/>
              </a:spcBef>
              <a:spcAft>
                <a:spcPts val="0"/>
              </a:spcAft>
              <a:buClr>
                <a:schemeClr val="dk1"/>
              </a:buClr>
              <a:buSzPts val="2400"/>
              <a:buFont typeface="Arial"/>
              <a:buChar char="•"/>
              <a:defRPr sz="2400"/>
            </a:lvl3pPr>
            <a:lvl4pPr marL="1828800" lvl="3" indent="-355600" algn="l">
              <a:lnSpc>
                <a:spcPct val="100000"/>
              </a:lnSpc>
              <a:spcBef>
                <a:spcPts val="400"/>
              </a:spcBef>
              <a:spcAft>
                <a:spcPts val="0"/>
              </a:spcAft>
              <a:buClr>
                <a:schemeClr val="dk1"/>
              </a:buClr>
              <a:buSzPts val="2000"/>
              <a:buFont typeface="Arial"/>
              <a:buChar char="–"/>
              <a:defRPr sz="2000"/>
            </a:lvl4pPr>
            <a:lvl5pPr marL="2286000" lvl="4" indent="-355600" algn="l">
              <a:lnSpc>
                <a:spcPct val="100000"/>
              </a:lnSpc>
              <a:spcBef>
                <a:spcPts val="400"/>
              </a:spcBef>
              <a:spcAft>
                <a:spcPts val="0"/>
              </a:spcAft>
              <a:buClr>
                <a:schemeClr val="dk1"/>
              </a:buClr>
              <a:buSzPts val="2000"/>
              <a:buFont typeface="Arial"/>
              <a:buChar char="»"/>
              <a:defRPr sz="2000"/>
            </a:lvl5pPr>
            <a:lvl6pPr marL="2743200" lvl="5" indent="-355600" algn="l">
              <a:lnSpc>
                <a:spcPct val="100000"/>
              </a:lnSpc>
              <a:spcBef>
                <a:spcPts val="400"/>
              </a:spcBef>
              <a:spcAft>
                <a:spcPts val="0"/>
              </a:spcAft>
              <a:buClr>
                <a:schemeClr val="dk1"/>
              </a:buClr>
              <a:buSzPts val="2000"/>
              <a:buFont typeface="Arial"/>
              <a:buChar char="»"/>
              <a:defRPr sz="2000"/>
            </a:lvl6pPr>
            <a:lvl7pPr marL="3200400" lvl="6" indent="-355600" algn="l">
              <a:lnSpc>
                <a:spcPct val="100000"/>
              </a:lnSpc>
              <a:spcBef>
                <a:spcPts val="400"/>
              </a:spcBef>
              <a:spcAft>
                <a:spcPts val="0"/>
              </a:spcAft>
              <a:buClr>
                <a:schemeClr val="dk1"/>
              </a:buClr>
              <a:buSzPts val="2000"/>
              <a:buFont typeface="Arial"/>
              <a:buChar char="»"/>
              <a:defRPr sz="2000"/>
            </a:lvl7pPr>
            <a:lvl8pPr marL="3657600" lvl="7" indent="-355600" algn="l">
              <a:lnSpc>
                <a:spcPct val="100000"/>
              </a:lnSpc>
              <a:spcBef>
                <a:spcPts val="400"/>
              </a:spcBef>
              <a:spcAft>
                <a:spcPts val="0"/>
              </a:spcAft>
              <a:buClr>
                <a:schemeClr val="dk1"/>
              </a:buClr>
              <a:buSzPts val="2000"/>
              <a:buFont typeface="Arial"/>
              <a:buChar char="»"/>
              <a:defRPr sz="2000"/>
            </a:lvl8pPr>
            <a:lvl9pPr marL="4114800" lvl="8" indent="-355600" algn="l">
              <a:lnSpc>
                <a:spcPct val="100000"/>
              </a:lnSpc>
              <a:spcBef>
                <a:spcPts val="400"/>
              </a:spcBef>
              <a:spcAft>
                <a:spcPts val="0"/>
              </a:spcAft>
              <a:buClr>
                <a:schemeClr val="dk1"/>
              </a:buClr>
              <a:buSzPts val="2000"/>
              <a:buFont typeface="Arial"/>
              <a:buChar char="»"/>
              <a:defRPr sz="2000"/>
            </a:lvl9pPr>
          </a:lstStyle>
          <a:p>
            <a:endParaRPr/>
          </a:p>
        </p:txBody>
      </p:sp>
      <p:sp>
        <p:nvSpPr>
          <p:cNvPr id="49" name="Google Shape;49;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Font typeface="Arial"/>
              <a:buNone/>
              <a:defRPr sz="1400"/>
            </a:lvl1pPr>
            <a:lvl2pPr marL="914400" lvl="1" indent="-228600" algn="l">
              <a:lnSpc>
                <a:spcPct val="100000"/>
              </a:lnSpc>
              <a:spcBef>
                <a:spcPts val="240"/>
              </a:spcBef>
              <a:spcAft>
                <a:spcPts val="0"/>
              </a:spcAft>
              <a:buClr>
                <a:schemeClr val="dk1"/>
              </a:buClr>
              <a:buSzPts val="1200"/>
              <a:buFont typeface="Arial"/>
              <a:buNone/>
              <a:defRPr sz="1200"/>
            </a:lvl2pPr>
            <a:lvl3pPr marL="1371600" lvl="2" indent="-228600" algn="l">
              <a:lnSpc>
                <a:spcPct val="100000"/>
              </a:lnSpc>
              <a:spcBef>
                <a:spcPts val="200"/>
              </a:spcBef>
              <a:spcAft>
                <a:spcPts val="0"/>
              </a:spcAft>
              <a:buClr>
                <a:schemeClr val="dk1"/>
              </a:buClr>
              <a:buSzPts val="1000"/>
              <a:buFont typeface="Arial"/>
              <a:buNone/>
              <a:defRPr sz="1000"/>
            </a:lvl3pPr>
            <a:lvl4pPr marL="1828800" lvl="3" indent="-228600" algn="l">
              <a:lnSpc>
                <a:spcPct val="100000"/>
              </a:lnSpc>
              <a:spcBef>
                <a:spcPts val="180"/>
              </a:spcBef>
              <a:spcAft>
                <a:spcPts val="0"/>
              </a:spcAft>
              <a:buClr>
                <a:schemeClr val="dk1"/>
              </a:buClr>
              <a:buSzPts val="900"/>
              <a:buFont typeface="Arial"/>
              <a:buNone/>
              <a:defRPr sz="900"/>
            </a:lvl4pPr>
            <a:lvl5pPr marL="2286000" lvl="4" indent="-228600" algn="l">
              <a:lnSpc>
                <a:spcPct val="100000"/>
              </a:lnSpc>
              <a:spcBef>
                <a:spcPts val="180"/>
              </a:spcBef>
              <a:spcAft>
                <a:spcPts val="0"/>
              </a:spcAft>
              <a:buClr>
                <a:schemeClr val="dk1"/>
              </a:buClr>
              <a:buSzPts val="900"/>
              <a:buFont typeface="Arial"/>
              <a:buNone/>
              <a:defRPr sz="900"/>
            </a:lvl5pPr>
            <a:lvl6pPr marL="2743200" lvl="5" indent="-228600" algn="l">
              <a:lnSpc>
                <a:spcPct val="100000"/>
              </a:lnSpc>
              <a:spcBef>
                <a:spcPts val="180"/>
              </a:spcBef>
              <a:spcAft>
                <a:spcPts val="0"/>
              </a:spcAft>
              <a:buClr>
                <a:schemeClr val="dk1"/>
              </a:buClr>
              <a:buSzPts val="900"/>
              <a:buFont typeface="Arial"/>
              <a:buNone/>
              <a:defRPr sz="900"/>
            </a:lvl6pPr>
            <a:lvl7pPr marL="3200400" lvl="6" indent="-228600" algn="l">
              <a:lnSpc>
                <a:spcPct val="100000"/>
              </a:lnSpc>
              <a:spcBef>
                <a:spcPts val="180"/>
              </a:spcBef>
              <a:spcAft>
                <a:spcPts val="0"/>
              </a:spcAft>
              <a:buClr>
                <a:schemeClr val="dk1"/>
              </a:buClr>
              <a:buSzPts val="900"/>
              <a:buFont typeface="Arial"/>
              <a:buNone/>
              <a:defRPr sz="900"/>
            </a:lvl7pPr>
            <a:lvl8pPr marL="3657600" lvl="7" indent="-228600" algn="l">
              <a:lnSpc>
                <a:spcPct val="100000"/>
              </a:lnSpc>
              <a:spcBef>
                <a:spcPts val="180"/>
              </a:spcBef>
              <a:spcAft>
                <a:spcPts val="0"/>
              </a:spcAft>
              <a:buClr>
                <a:schemeClr val="dk1"/>
              </a:buClr>
              <a:buSzPts val="900"/>
              <a:buFont typeface="Arial"/>
              <a:buNone/>
              <a:defRPr sz="900"/>
            </a:lvl8pPr>
            <a:lvl9pPr marL="4114800" lvl="8" indent="-228600" algn="l">
              <a:lnSpc>
                <a:spcPct val="100000"/>
              </a:lnSpc>
              <a:spcBef>
                <a:spcPts val="180"/>
              </a:spcBef>
              <a:spcAft>
                <a:spcPts val="0"/>
              </a:spcAft>
              <a:buClr>
                <a:schemeClr val="dk1"/>
              </a:buClr>
              <a:buSzPts val="900"/>
              <a:buFont typeface="Arial"/>
              <a:buNone/>
              <a:defRPr sz="900"/>
            </a:lvl9pPr>
          </a:lstStyle>
          <a:p>
            <a:endParaRPr/>
          </a:p>
        </p:txBody>
      </p:sp>
      <p:sp>
        <p:nvSpPr>
          <p:cNvPr id="50" name="Google Shape;50;p9"/>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
        <p:nvSpPr>
          <p:cNvPr id="52" name="Google Shape;52;p10"/>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1"/>
          <p:cNvSpPr txBox="1">
            <a:spLocks noGrp="1"/>
          </p:cNvSpPr>
          <p:nvPr>
            <p:ph type="title"/>
          </p:nvPr>
        </p:nvSpPr>
        <p:spPr>
          <a:xfrm>
            <a:off x="457200" y="122237"/>
            <a:ext cx="8229600" cy="6397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5" name="Google Shape;55;p11"/>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6"/>
        <p:cNvGrpSpPr/>
        <p:nvPr/>
      </p:nvGrpSpPr>
      <p:grpSpPr>
        <a:xfrm>
          <a:off x="0" y="0"/>
          <a:ext cx="0" cy="0"/>
          <a:chOff x="0" y="0"/>
          <a:chExt cx="0" cy="0"/>
        </a:xfrm>
      </p:grpSpPr>
      <p:sp>
        <p:nvSpPr>
          <p:cNvPr id="57" name="Google Shape;57;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8" name="Google Shape;58;p1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Arial"/>
              <a:buNone/>
              <a:defRPr sz="2400" b="1"/>
            </a:lvl1pPr>
            <a:lvl2pPr marL="914400" lvl="1" indent="-228600" algn="l">
              <a:lnSpc>
                <a:spcPct val="100000"/>
              </a:lnSpc>
              <a:spcBef>
                <a:spcPts val="400"/>
              </a:spcBef>
              <a:spcAft>
                <a:spcPts val="0"/>
              </a:spcAft>
              <a:buClr>
                <a:schemeClr val="dk1"/>
              </a:buClr>
              <a:buSzPts val="2000"/>
              <a:buFont typeface="Arial"/>
              <a:buNone/>
              <a:defRPr sz="2000" b="1"/>
            </a:lvl2pPr>
            <a:lvl3pPr marL="1371600" lvl="2" indent="-228600" algn="l">
              <a:lnSpc>
                <a:spcPct val="100000"/>
              </a:lnSpc>
              <a:spcBef>
                <a:spcPts val="360"/>
              </a:spcBef>
              <a:spcAft>
                <a:spcPts val="0"/>
              </a:spcAft>
              <a:buClr>
                <a:schemeClr val="dk1"/>
              </a:buClr>
              <a:buSzPts val="1800"/>
              <a:buFont typeface="Arial"/>
              <a:buNone/>
              <a:defRPr sz="1800" b="1"/>
            </a:lvl3pPr>
            <a:lvl4pPr marL="1828800" lvl="3" indent="-228600" algn="l">
              <a:lnSpc>
                <a:spcPct val="100000"/>
              </a:lnSpc>
              <a:spcBef>
                <a:spcPts val="320"/>
              </a:spcBef>
              <a:spcAft>
                <a:spcPts val="0"/>
              </a:spcAft>
              <a:buClr>
                <a:schemeClr val="dk1"/>
              </a:buClr>
              <a:buSzPts val="1600"/>
              <a:buFont typeface="Arial"/>
              <a:buNone/>
              <a:defRPr sz="1600" b="1"/>
            </a:lvl4pPr>
            <a:lvl5pPr marL="2286000" lvl="4" indent="-228600" algn="l">
              <a:lnSpc>
                <a:spcPct val="100000"/>
              </a:lnSpc>
              <a:spcBef>
                <a:spcPts val="320"/>
              </a:spcBef>
              <a:spcAft>
                <a:spcPts val="0"/>
              </a:spcAft>
              <a:buClr>
                <a:schemeClr val="dk1"/>
              </a:buClr>
              <a:buSzPts val="1600"/>
              <a:buFont typeface="Arial"/>
              <a:buNone/>
              <a:defRPr sz="1600" b="1"/>
            </a:lvl5pPr>
            <a:lvl6pPr marL="2743200" lvl="5" indent="-228600" algn="l">
              <a:lnSpc>
                <a:spcPct val="100000"/>
              </a:lnSpc>
              <a:spcBef>
                <a:spcPts val="320"/>
              </a:spcBef>
              <a:spcAft>
                <a:spcPts val="0"/>
              </a:spcAft>
              <a:buClr>
                <a:schemeClr val="dk1"/>
              </a:buClr>
              <a:buSzPts val="1600"/>
              <a:buFont typeface="Arial"/>
              <a:buNone/>
              <a:defRPr sz="1600" b="1"/>
            </a:lvl6pPr>
            <a:lvl7pPr marL="3200400" lvl="6" indent="-228600" algn="l">
              <a:lnSpc>
                <a:spcPct val="100000"/>
              </a:lnSpc>
              <a:spcBef>
                <a:spcPts val="320"/>
              </a:spcBef>
              <a:spcAft>
                <a:spcPts val="0"/>
              </a:spcAft>
              <a:buClr>
                <a:schemeClr val="dk1"/>
              </a:buClr>
              <a:buSzPts val="1600"/>
              <a:buFont typeface="Arial"/>
              <a:buNone/>
              <a:defRPr sz="1600" b="1"/>
            </a:lvl7pPr>
            <a:lvl8pPr marL="3657600" lvl="7" indent="-228600" algn="l">
              <a:lnSpc>
                <a:spcPct val="100000"/>
              </a:lnSpc>
              <a:spcBef>
                <a:spcPts val="320"/>
              </a:spcBef>
              <a:spcAft>
                <a:spcPts val="0"/>
              </a:spcAft>
              <a:buClr>
                <a:schemeClr val="dk1"/>
              </a:buClr>
              <a:buSzPts val="1600"/>
              <a:buFont typeface="Arial"/>
              <a:buNone/>
              <a:defRPr sz="1600" b="1"/>
            </a:lvl8pPr>
            <a:lvl9pPr marL="4114800" lvl="8" indent="-228600" algn="l">
              <a:lnSpc>
                <a:spcPct val="100000"/>
              </a:lnSpc>
              <a:spcBef>
                <a:spcPts val="320"/>
              </a:spcBef>
              <a:spcAft>
                <a:spcPts val="0"/>
              </a:spcAft>
              <a:buClr>
                <a:schemeClr val="dk1"/>
              </a:buClr>
              <a:buSzPts val="1600"/>
              <a:buFont typeface="Arial"/>
              <a:buNone/>
              <a:defRPr sz="1600" b="1"/>
            </a:lvl9pPr>
          </a:lstStyle>
          <a:p>
            <a:endParaRPr/>
          </a:p>
        </p:txBody>
      </p:sp>
      <p:sp>
        <p:nvSpPr>
          <p:cNvPr id="59" name="Google Shape;59;p1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Font typeface="Arial"/>
              <a:buChar char="•"/>
              <a:defRPr sz="2400"/>
            </a:lvl1pPr>
            <a:lvl2pPr marL="914400" lvl="1" indent="-355600" algn="l">
              <a:lnSpc>
                <a:spcPct val="100000"/>
              </a:lnSpc>
              <a:spcBef>
                <a:spcPts val="400"/>
              </a:spcBef>
              <a:spcAft>
                <a:spcPts val="0"/>
              </a:spcAft>
              <a:buClr>
                <a:schemeClr val="dk1"/>
              </a:buClr>
              <a:buSzPts val="2000"/>
              <a:buFont typeface="Arial"/>
              <a:buChar char="–"/>
              <a:defRPr sz="2000"/>
            </a:lvl2pPr>
            <a:lvl3pPr marL="1371600" lvl="2" indent="-342900" algn="l">
              <a:lnSpc>
                <a:spcPct val="100000"/>
              </a:lnSpc>
              <a:spcBef>
                <a:spcPts val="360"/>
              </a:spcBef>
              <a:spcAft>
                <a:spcPts val="0"/>
              </a:spcAft>
              <a:buClr>
                <a:schemeClr val="dk1"/>
              </a:buClr>
              <a:buSzPts val="1800"/>
              <a:buFont typeface="Arial"/>
              <a:buChar char="•"/>
              <a:defRPr sz="1800"/>
            </a:lvl3pPr>
            <a:lvl4pPr marL="1828800" lvl="3" indent="-330200" algn="l">
              <a:lnSpc>
                <a:spcPct val="100000"/>
              </a:lnSpc>
              <a:spcBef>
                <a:spcPts val="320"/>
              </a:spcBef>
              <a:spcAft>
                <a:spcPts val="0"/>
              </a:spcAft>
              <a:buClr>
                <a:schemeClr val="dk1"/>
              </a:buClr>
              <a:buSzPts val="1600"/>
              <a:buFont typeface="Arial"/>
              <a:buChar char="–"/>
              <a:defRPr sz="1600"/>
            </a:lvl4pPr>
            <a:lvl5pPr marL="2286000" lvl="4" indent="-330200" algn="l">
              <a:lnSpc>
                <a:spcPct val="100000"/>
              </a:lnSpc>
              <a:spcBef>
                <a:spcPts val="320"/>
              </a:spcBef>
              <a:spcAft>
                <a:spcPts val="0"/>
              </a:spcAft>
              <a:buClr>
                <a:schemeClr val="dk1"/>
              </a:buClr>
              <a:buSzPts val="1600"/>
              <a:buFont typeface="Arial"/>
              <a:buChar char="»"/>
              <a:defRPr sz="1600"/>
            </a:lvl5pPr>
            <a:lvl6pPr marL="2743200" lvl="5" indent="-330200" algn="l">
              <a:lnSpc>
                <a:spcPct val="100000"/>
              </a:lnSpc>
              <a:spcBef>
                <a:spcPts val="320"/>
              </a:spcBef>
              <a:spcAft>
                <a:spcPts val="0"/>
              </a:spcAft>
              <a:buClr>
                <a:schemeClr val="dk1"/>
              </a:buClr>
              <a:buSzPts val="1600"/>
              <a:buFont typeface="Arial"/>
              <a:buChar char="»"/>
              <a:defRPr sz="1600"/>
            </a:lvl6pPr>
            <a:lvl7pPr marL="3200400" lvl="6" indent="-330200" algn="l">
              <a:lnSpc>
                <a:spcPct val="100000"/>
              </a:lnSpc>
              <a:spcBef>
                <a:spcPts val="320"/>
              </a:spcBef>
              <a:spcAft>
                <a:spcPts val="0"/>
              </a:spcAft>
              <a:buClr>
                <a:schemeClr val="dk1"/>
              </a:buClr>
              <a:buSzPts val="1600"/>
              <a:buFont typeface="Arial"/>
              <a:buChar char="»"/>
              <a:defRPr sz="1600"/>
            </a:lvl7pPr>
            <a:lvl8pPr marL="3657600" lvl="7" indent="-330200" algn="l">
              <a:lnSpc>
                <a:spcPct val="100000"/>
              </a:lnSpc>
              <a:spcBef>
                <a:spcPts val="320"/>
              </a:spcBef>
              <a:spcAft>
                <a:spcPts val="0"/>
              </a:spcAft>
              <a:buClr>
                <a:schemeClr val="dk1"/>
              </a:buClr>
              <a:buSzPts val="1600"/>
              <a:buFont typeface="Arial"/>
              <a:buChar char="»"/>
              <a:defRPr sz="1600"/>
            </a:lvl8pPr>
            <a:lvl9pPr marL="4114800" lvl="8" indent="-330200" algn="l">
              <a:lnSpc>
                <a:spcPct val="100000"/>
              </a:lnSpc>
              <a:spcBef>
                <a:spcPts val="320"/>
              </a:spcBef>
              <a:spcAft>
                <a:spcPts val="0"/>
              </a:spcAft>
              <a:buClr>
                <a:schemeClr val="dk1"/>
              </a:buClr>
              <a:buSzPts val="1600"/>
              <a:buFont typeface="Arial"/>
              <a:buChar char="»"/>
              <a:defRPr sz="1600"/>
            </a:lvl9pPr>
          </a:lstStyle>
          <a:p>
            <a:endParaRPr/>
          </a:p>
        </p:txBody>
      </p:sp>
      <p:sp>
        <p:nvSpPr>
          <p:cNvPr id="60" name="Google Shape;60;p1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Arial"/>
              <a:buNone/>
              <a:defRPr sz="2400" b="1"/>
            </a:lvl1pPr>
            <a:lvl2pPr marL="914400" lvl="1" indent="-228600" algn="l">
              <a:lnSpc>
                <a:spcPct val="100000"/>
              </a:lnSpc>
              <a:spcBef>
                <a:spcPts val="400"/>
              </a:spcBef>
              <a:spcAft>
                <a:spcPts val="0"/>
              </a:spcAft>
              <a:buClr>
                <a:schemeClr val="dk1"/>
              </a:buClr>
              <a:buSzPts val="2000"/>
              <a:buFont typeface="Arial"/>
              <a:buNone/>
              <a:defRPr sz="2000" b="1"/>
            </a:lvl2pPr>
            <a:lvl3pPr marL="1371600" lvl="2" indent="-228600" algn="l">
              <a:lnSpc>
                <a:spcPct val="100000"/>
              </a:lnSpc>
              <a:spcBef>
                <a:spcPts val="360"/>
              </a:spcBef>
              <a:spcAft>
                <a:spcPts val="0"/>
              </a:spcAft>
              <a:buClr>
                <a:schemeClr val="dk1"/>
              </a:buClr>
              <a:buSzPts val="1800"/>
              <a:buFont typeface="Arial"/>
              <a:buNone/>
              <a:defRPr sz="1800" b="1"/>
            </a:lvl3pPr>
            <a:lvl4pPr marL="1828800" lvl="3" indent="-228600" algn="l">
              <a:lnSpc>
                <a:spcPct val="100000"/>
              </a:lnSpc>
              <a:spcBef>
                <a:spcPts val="320"/>
              </a:spcBef>
              <a:spcAft>
                <a:spcPts val="0"/>
              </a:spcAft>
              <a:buClr>
                <a:schemeClr val="dk1"/>
              </a:buClr>
              <a:buSzPts val="1600"/>
              <a:buFont typeface="Arial"/>
              <a:buNone/>
              <a:defRPr sz="1600" b="1"/>
            </a:lvl4pPr>
            <a:lvl5pPr marL="2286000" lvl="4" indent="-228600" algn="l">
              <a:lnSpc>
                <a:spcPct val="100000"/>
              </a:lnSpc>
              <a:spcBef>
                <a:spcPts val="320"/>
              </a:spcBef>
              <a:spcAft>
                <a:spcPts val="0"/>
              </a:spcAft>
              <a:buClr>
                <a:schemeClr val="dk1"/>
              </a:buClr>
              <a:buSzPts val="1600"/>
              <a:buFont typeface="Arial"/>
              <a:buNone/>
              <a:defRPr sz="1600" b="1"/>
            </a:lvl5pPr>
            <a:lvl6pPr marL="2743200" lvl="5" indent="-228600" algn="l">
              <a:lnSpc>
                <a:spcPct val="100000"/>
              </a:lnSpc>
              <a:spcBef>
                <a:spcPts val="320"/>
              </a:spcBef>
              <a:spcAft>
                <a:spcPts val="0"/>
              </a:spcAft>
              <a:buClr>
                <a:schemeClr val="dk1"/>
              </a:buClr>
              <a:buSzPts val="1600"/>
              <a:buFont typeface="Arial"/>
              <a:buNone/>
              <a:defRPr sz="1600" b="1"/>
            </a:lvl6pPr>
            <a:lvl7pPr marL="3200400" lvl="6" indent="-228600" algn="l">
              <a:lnSpc>
                <a:spcPct val="100000"/>
              </a:lnSpc>
              <a:spcBef>
                <a:spcPts val="320"/>
              </a:spcBef>
              <a:spcAft>
                <a:spcPts val="0"/>
              </a:spcAft>
              <a:buClr>
                <a:schemeClr val="dk1"/>
              </a:buClr>
              <a:buSzPts val="1600"/>
              <a:buFont typeface="Arial"/>
              <a:buNone/>
              <a:defRPr sz="1600" b="1"/>
            </a:lvl7pPr>
            <a:lvl8pPr marL="3657600" lvl="7" indent="-228600" algn="l">
              <a:lnSpc>
                <a:spcPct val="100000"/>
              </a:lnSpc>
              <a:spcBef>
                <a:spcPts val="320"/>
              </a:spcBef>
              <a:spcAft>
                <a:spcPts val="0"/>
              </a:spcAft>
              <a:buClr>
                <a:schemeClr val="dk1"/>
              </a:buClr>
              <a:buSzPts val="1600"/>
              <a:buFont typeface="Arial"/>
              <a:buNone/>
              <a:defRPr sz="1600" b="1"/>
            </a:lvl8pPr>
            <a:lvl9pPr marL="4114800" lvl="8" indent="-228600" algn="l">
              <a:lnSpc>
                <a:spcPct val="100000"/>
              </a:lnSpc>
              <a:spcBef>
                <a:spcPts val="320"/>
              </a:spcBef>
              <a:spcAft>
                <a:spcPts val="0"/>
              </a:spcAft>
              <a:buClr>
                <a:schemeClr val="dk1"/>
              </a:buClr>
              <a:buSzPts val="1600"/>
              <a:buFont typeface="Arial"/>
              <a:buNone/>
              <a:defRPr sz="1600" b="1"/>
            </a:lvl9pPr>
          </a:lstStyle>
          <a:p>
            <a:endParaRPr/>
          </a:p>
        </p:txBody>
      </p:sp>
      <p:sp>
        <p:nvSpPr>
          <p:cNvPr id="61" name="Google Shape;61;p1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Font typeface="Arial"/>
              <a:buChar char="•"/>
              <a:defRPr sz="2400"/>
            </a:lvl1pPr>
            <a:lvl2pPr marL="914400" lvl="1" indent="-355600" algn="l">
              <a:lnSpc>
                <a:spcPct val="100000"/>
              </a:lnSpc>
              <a:spcBef>
                <a:spcPts val="400"/>
              </a:spcBef>
              <a:spcAft>
                <a:spcPts val="0"/>
              </a:spcAft>
              <a:buClr>
                <a:schemeClr val="dk1"/>
              </a:buClr>
              <a:buSzPts val="2000"/>
              <a:buFont typeface="Arial"/>
              <a:buChar char="–"/>
              <a:defRPr sz="2000"/>
            </a:lvl2pPr>
            <a:lvl3pPr marL="1371600" lvl="2" indent="-342900" algn="l">
              <a:lnSpc>
                <a:spcPct val="100000"/>
              </a:lnSpc>
              <a:spcBef>
                <a:spcPts val="360"/>
              </a:spcBef>
              <a:spcAft>
                <a:spcPts val="0"/>
              </a:spcAft>
              <a:buClr>
                <a:schemeClr val="dk1"/>
              </a:buClr>
              <a:buSzPts val="1800"/>
              <a:buFont typeface="Arial"/>
              <a:buChar char="•"/>
              <a:defRPr sz="1800"/>
            </a:lvl3pPr>
            <a:lvl4pPr marL="1828800" lvl="3" indent="-330200" algn="l">
              <a:lnSpc>
                <a:spcPct val="100000"/>
              </a:lnSpc>
              <a:spcBef>
                <a:spcPts val="320"/>
              </a:spcBef>
              <a:spcAft>
                <a:spcPts val="0"/>
              </a:spcAft>
              <a:buClr>
                <a:schemeClr val="dk1"/>
              </a:buClr>
              <a:buSzPts val="1600"/>
              <a:buFont typeface="Arial"/>
              <a:buChar char="–"/>
              <a:defRPr sz="1600"/>
            </a:lvl4pPr>
            <a:lvl5pPr marL="2286000" lvl="4" indent="-330200" algn="l">
              <a:lnSpc>
                <a:spcPct val="100000"/>
              </a:lnSpc>
              <a:spcBef>
                <a:spcPts val="320"/>
              </a:spcBef>
              <a:spcAft>
                <a:spcPts val="0"/>
              </a:spcAft>
              <a:buClr>
                <a:schemeClr val="dk1"/>
              </a:buClr>
              <a:buSzPts val="1600"/>
              <a:buFont typeface="Arial"/>
              <a:buChar char="»"/>
              <a:defRPr sz="1600"/>
            </a:lvl5pPr>
            <a:lvl6pPr marL="2743200" lvl="5" indent="-330200" algn="l">
              <a:lnSpc>
                <a:spcPct val="100000"/>
              </a:lnSpc>
              <a:spcBef>
                <a:spcPts val="320"/>
              </a:spcBef>
              <a:spcAft>
                <a:spcPts val="0"/>
              </a:spcAft>
              <a:buClr>
                <a:schemeClr val="dk1"/>
              </a:buClr>
              <a:buSzPts val="1600"/>
              <a:buFont typeface="Arial"/>
              <a:buChar char="»"/>
              <a:defRPr sz="1600"/>
            </a:lvl6pPr>
            <a:lvl7pPr marL="3200400" lvl="6" indent="-330200" algn="l">
              <a:lnSpc>
                <a:spcPct val="100000"/>
              </a:lnSpc>
              <a:spcBef>
                <a:spcPts val="320"/>
              </a:spcBef>
              <a:spcAft>
                <a:spcPts val="0"/>
              </a:spcAft>
              <a:buClr>
                <a:schemeClr val="dk1"/>
              </a:buClr>
              <a:buSzPts val="1600"/>
              <a:buFont typeface="Arial"/>
              <a:buChar char="»"/>
              <a:defRPr sz="1600"/>
            </a:lvl7pPr>
            <a:lvl8pPr marL="3657600" lvl="7" indent="-330200" algn="l">
              <a:lnSpc>
                <a:spcPct val="100000"/>
              </a:lnSpc>
              <a:spcBef>
                <a:spcPts val="320"/>
              </a:spcBef>
              <a:spcAft>
                <a:spcPts val="0"/>
              </a:spcAft>
              <a:buClr>
                <a:schemeClr val="dk1"/>
              </a:buClr>
              <a:buSzPts val="1600"/>
              <a:buFont typeface="Arial"/>
              <a:buChar char="»"/>
              <a:defRPr sz="1600"/>
            </a:lvl8pPr>
            <a:lvl9pPr marL="4114800" lvl="8" indent="-330200" algn="l">
              <a:lnSpc>
                <a:spcPct val="100000"/>
              </a:lnSpc>
              <a:spcBef>
                <a:spcPts val="320"/>
              </a:spcBef>
              <a:spcAft>
                <a:spcPts val="0"/>
              </a:spcAft>
              <a:buClr>
                <a:schemeClr val="dk1"/>
              </a:buClr>
              <a:buSzPts val="1600"/>
              <a:buFont typeface="Arial"/>
              <a:buChar char="»"/>
              <a:defRPr sz="1600"/>
            </a:lvl9pPr>
          </a:lstStyle>
          <a:p>
            <a:endParaRPr/>
          </a:p>
        </p:txBody>
      </p:sp>
      <p:sp>
        <p:nvSpPr>
          <p:cNvPr id="62" name="Google Shape;62;p12"/>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3"/>
        <p:cNvGrpSpPr/>
        <p:nvPr/>
      </p:nvGrpSpPr>
      <p:grpSpPr>
        <a:xfrm>
          <a:off x="0" y="0"/>
          <a:ext cx="0" cy="0"/>
          <a:chOff x="0" y="0"/>
          <a:chExt cx="0" cy="0"/>
        </a:xfrm>
      </p:grpSpPr>
      <p:sp>
        <p:nvSpPr>
          <p:cNvPr id="64" name="Google Shape;64;p13"/>
          <p:cNvSpPr txBox="1">
            <a:spLocks noGrp="1"/>
          </p:cNvSpPr>
          <p:nvPr>
            <p:ph type="title"/>
          </p:nvPr>
        </p:nvSpPr>
        <p:spPr>
          <a:xfrm>
            <a:off x="457200" y="122237"/>
            <a:ext cx="8229600" cy="6397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5" name="Google Shape;65;p13"/>
          <p:cNvSpPr txBox="1">
            <a:spLocks noGrp="1"/>
          </p:cNvSpPr>
          <p:nvPr>
            <p:ph type="body" idx="1"/>
          </p:nvPr>
        </p:nvSpPr>
        <p:spPr>
          <a:xfrm>
            <a:off x="457200" y="1066800"/>
            <a:ext cx="4038600" cy="51816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Font typeface="Arial"/>
              <a:buChar char="•"/>
              <a:defRPr sz="2800"/>
            </a:lvl1pPr>
            <a:lvl2pPr marL="914400" lvl="1" indent="-381000" algn="l">
              <a:lnSpc>
                <a:spcPct val="100000"/>
              </a:lnSpc>
              <a:spcBef>
                <a:spcPts val="480"/>
              </a:spcBef>
              <a:spcAft>
                <a:spcPts val="0"/>
              </a:spcAft>
              <a:buClr>
                <a:schemeClr val="dk1"/>
              </a:buClr>
              <a:buSzPts val="2400"/>
              <a:buFont typeface="Arial"/>
              <a:buChar char="–"/>
              <a:defRPr sz="2400"/>
            </a:lvl2pPr>
            <a:lvl3pPr marL="1371600" lvl="2" indent="-355600" algn="l">
              <a:lnSpc>
                <a:spcPct val="100000"/>
              </a:lnSpc>
              <a:spcBef>
                <a:spcPts val="400"/>
              </a:spcBef>
              <a:spcAft>
                <a:spcPts val="0"/>
              </a:spcAft>
              <a:buClr>
                <a:schemeClr val="dk1"/>
              </a:buClr>
              <a:buSzPts val="2000"/>
              <a:buFont typeface="Arial"/>
              <a:buChar char="•"/>
              <a:defRPr sz="2000"/>
            </a:lvl3pPr>
            <a:lvl4pPr marL="1828800" lvl="3" indent="-342900" algn="l">
              <a:lnSpc>
                <a:spcPct val="100000"/>
              </a:lnSpc>
              <a:spcBef>
                <a:spcPts val="360"/>
              </a:spcBef>
              <a:spcAft>
                <a:spcPts val="0"/>
              </a:spcAft>
              <a:buClr>
                <a:schemeClr val="dk1"/>
              </a:buClr>
              <a:buSzPts val="1800"/>
              <a:buFont typeface="Arial"/>
              <a:buChar char="–"/>
              <a:defRPr sz="1800"/>
            </a:lvl4pPr>
            <a:lvl5pPr marL="2286000" lvl="4" indent="-342900" algn="l">
              <a:lnSpc>
                <a:spcPct val="100000"/>
              </a:lnSpc>
              <a:spcBef>
                <a:spcPts val="360"/>
              </a:spcBef>
              <a:spcAft>
                <a:spcPts val="0"/>
              </a:spcAft>
              <a:buClr>
                <a:schemeClr val="dk1"/>
              </a:buClr>
              <a:buSzPts val="1800"/>
              <a:buFont typeface="Arial"/>
              <a:buChar char="»"/>
              <a:defRPr sz="1800"/>
            </a:lvl5pPr>
            <a:lvl6pPr marL="2743200" lvl="5" indent="-342900" algn="l">
              <a:lnSpc>
                <a:spcPct val="100000"/>
              </a:lnSpc>
              <a:spcBef>
                <a:spcPts val="360"/>
              </a:spcBef>
              <a:spcAft>
                <a:spcPts val="0"/>
              </a:spcAft>
              <a:buClr>
                <a:schemeClr val="dk1"/>
              </a:buClr>
              <a:buSzPts val="1800"/>
              <a:buFont typeface="Arial"/>
              <a:buChar char="»"/>
              <a:defRPr sz="1800"/>
            </a:lvl6pPr>
            <a:lvl7pPr marL="3200400" lvl="6" indent="-342900" algn="l">
              <a:lnSpc>
                <a:spcPct val="100000"/>
              </a:lnSpc>
              <a:spcBef>
                <a:spcPts val="360"/>
              </a:spcBef>
              <a:spcAft>
                <a:spcPts val="0"/>
              </a:spcAft>
              <a:buClr>
                <a:schemeClr val="dk1"/>
              </a:buClr>
              <a:buSzPts val="1800"/>
              <a:buFont typeface="Arial"/>
              <a:buChar char="»"/>
              <a:defRPr sz="1800"/>
            </a:lvl7pPr>
            <a:lvl8pPr marL="3657600" lvl="7" indent="-342900" algn="l">
              <a:lnSpc>
                <a:spcPct val="100000"/>
              </a:lnSpc>
              <a:spcBef>
                <a:spcPts val="360"/>
              </a:spcBef>
              <a:spcAft>
                <a:spcPts val="0"/>
              </a:spcAft>
              <a:buClr>
                <a:schemeClr val="dk1"/>
              </a:buClr>
              <a:buSzPts val="1800"/>
              <a:buFont typeface="Arial"/>
              <a:buChar char="»"/>
              <a:defRPr sz="1800"/>
            </a:lvl8pPr>
            <a:lvl9pPr marL="4114800" lvl="8" indent="-342900" algn="l">
              <a:lnSpc>
                <a:spcPct val="100000"/>
              </a:lnSpc>
              <a:spcBef>
                <a:spcPts val="360"/>
              </a:spcBef>
              <a:spcAft>
                <a:spcPts val="0"/>
              </a:spcAft>
              <a:buClr>
                <a:schemeClr val="dk1"/>
              </a:buClr>
              <a:buSzPts val="1800"/>
              <a:buFont typeface="Arial"/>
              <a:buChar char="»"/>
              <a:defRPr sz="1800"/>
            </a:lvl9pPr>
          </a:lstStyle>
          <a:p>
            <a:endParaRPr/>
          </a:p>
        </p:txBody>
      </p:sp>
      <p:sp>
        <p:nvSpPr>
          <p:cNvPr id="66" name="Google Shape;66;p13"/>
          <p:cNvSpPr txBox="1">
            <a:spLocks noGrp="1"/>
          </p:cNvSpPr>
          <p:nvPr>
            <p:ph type="body" idx="2"/>
          </p:nvPr>
        </p:nvSpPr>
        <p:spPr>
          <a:xfrm>
            <a:off x="4648200" y="1066800"/>
            <a:ext cx="4038600" cy="51816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560"/>
              </a:spcBef>
              <a:spcAft>
                <a:spcPts val="0"/>
              </a:spcAft>
              <a:buClr>
                <a:schemeClr val="dk1"/>
              </a:buClr>
              <a:buSzPts val="2800"/>
              <a:buFont typeface="Arial"/>
              <a:buChar char="•"/>
              <a:defRPr sz="2800"/>
            </a:lvl1pPr>
            <a:lvl2pPr marL="914400" lvl="1" indent="-381000" algn="l">
              <a:lnSpc>
                <a:spcPct val="100000"/>
              </a:lnSpc>
              <a:spcBef>
                <a:spcPts val="480"/>
              </a:spcBef>
              <a:spcAft>
                <a:spcPts val="0"/>
              </a:spcAft>
              <a:buClr>
                <a:schemeClr val="dk1"/>
              </a:buClr>
              <a:buSzPts val="2400"/>
              <a:buFont typeface="Arial"/>
              <a:buChar char="–"/>
              <a:defRPr sz="2400"/>
            </a:lvl2pPr>
            <a:lvl3pPr marL="1371600" lvl="2" indent="-355600" algn="l">
              <a:lnSpc>
                <a:spcPct val="100000"/>
              </a:lnSpc>
              <a:spcBef>
                <a:spcPts val="400"/>
              </a:spcBef>
              <a:spcAft>
                <a:spcPts val="0"/>
              </a:spcAft>
              <a:buClr>
                <a:schemeClr val="dk1"/>
              </a:buClr>
              <a:buSzPts val="2000"/>
              <a:buFont typeface="Arial"/>
              <a:buChar char="•"/>
              <a:defRPr sz="2000"/>
            </a:lvl3pPr>
            <a:lvl4pPr marL="1828800" lvl="3" indent="-342900" algn="l">
              <a:lnSpc>
                <a:spcPct val="100000"/>
              </a:lnSpc>
              <a:spcBef>
                <a:spcPts val="360"/>
              </a:spcBef>
              <a:spcAft>
                <a:spcPts val="0"/>
              </a:spcAft>
              <a:buClr>
                <a:schemeClr val="dk1"/>
              </a:buClr>
              <a:buSzPts val="1800"/>
              <a:buFont typeface="Arial"/>
              <a:buChar char="–"/>
              <a:defRPr sz="1800"/>
            </a:lvl4pPr>
            <a:lvl5pPr marL="2286000" lvl="4" indent="-342900" algn="l">
              <a:lnSpc>
                <a:spcPct val="100000"/>
              </a:lnSpc>
              <a:spcBef>
                <a:spcPts val="360"/>
              </a:spcBef>
              <a:spcAft>
                <a:spcPts val="0"/>
              </a:spcAft>
              <a:buClr>
                <a:schemeClr val="dk1"/>
              </a:buClr>
              <a:buSzPts val="1800"/>
              <a:buFont typeface="Arial"/>
              <a:buChar char="»"/>
              <a:defRPr sz="1800"/>
            </a:lvl5pPr>
            <a:lvl6pPr marL="2743200" lvl="5" indent="-342900" algn="l">
              <a:lnSpc>
                <a:spcPct val="100000"/>
              </a:lnSpc>
              <a:spcBef>
                <a:spcPts val="360"/>
              </a:spcBef>
              <a:spcAft>
                <a:spcPts val="0"/>
              </a:spcAft>
              <a:buClr>
                <a:schemeClr val="dk1"/>
              </a:buClr>
              <a:buSzPts val="1800"/>
              <a:buFont typeface="Arial"/>
              <a:buChar char="»"/>
              <a:defRPr sz="1800"/>
            </a:lvl6pPr>
            <a:lvl7pPr marL="3200400" lvl="6" indent="-342900" algn="l">
              <a:lnSpc>
                <a:spcPct val="100000"/>
              </a:lnSpc>
              <a:spcBef>
                <a:spcPts val="360"/>
              </a:spcBef>
              <a:spcAft>
                <a:spcPts val="0"/>
              </a:spcAft>
              <a:buClr>
                <a:schemeClr val="dk1"/>
              </a:buClr>
              <a:buSzPts val="1800"/>
              <a:buFont typeface="Arial"/>
              <a:buChar char="»"/>
              <a:defRPr sz="1800"/>
            </a:lvl7pPr>
            <a:lvl8pPr marL="3657600" lvl="7" indent="-342900" algn="l">
              <a:lnSpc>
                <a:spcPct val="100000"/>
              </a:lnSpc>
              <a:spcBef>
                <a:spcPts val="360"/>
              </a:spcBef>
              <a:spcAft>
                <a:spcPts val="0"/>
              </a:spcAft>
              <a:buClr>
                <a:schemeClr val="dk1"/>
              </a:buClr>
              <a:buSzPts val="1800"/>
              <a:buFont typeface="Arial"/>
              <a:buChar char="»"/>
              <a:defRPr sz="1800"/>
            </a:lvl8pPr>
            <a:lvl9pPr marL="4114800" lvl="8" indent="-342900" algn="l">
              <a:lnSpc>
                <a:spcPct val="100000"/>
              </a:lnSpc>
              <a:spcBef>
                <a:spcPts val="360"/>
              </a:spcBef>
              <a:spcAft>
                <a:spcPts val="0"/>
              </a:spcAft>
              <a:buClr>
                <a:schemeClr val="dk1"/>
              </a:buClr>
              <a:buSzPts val="1800"/>
              <a:buFont typeface="Arial"/>
              <a:buChar char="»"/>
              <a:defRPr sz="1800"/>
            </a:lvl9pPr>
          </a:lstStyle>
          <a:p>
            <a:endParaRPr/>
          </a:p>
        </p:txBody>
      </p:sp>
      <p:sp>
        <p:nvSpPr>
          <p:cNvPr id="67" name="Google Shape;67;p13"/>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0" name="Google Shape;70;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00"/>
              </a:spcBef>
              <a:spcAft>
                <a:spcPts val="0"/>
              </a:spcAft>
              <a:buClr>
                <a:schemeClr val="dk1"/>
              </a:buClr>
              <a:buSzPts val="2000"/>
              <a:buFont typeface="Arial"/>
              <a:buNone/>
              <a:defRPr sz="2000"/>
            </a:lvl1pPr>
            <a:lvl2pPr marL="914400" lvl="1" indent="-228600" algn="l">
              <a:lnSpc>
                <a:spcPct val="100000"/>
              </a:lnSpc>
              <a:spcBef>
                <a:spcPts val="360"/>
              </a:spcBef>
              <a:spcAft>
                <a:spcPts val="0"/>
              </a:spcAft>
              <a:buClr>
                <a:schemeClr val="dk1"/>
              </a:buClr>
              <a:buSzPts val="1800"/>
              <a:buFont typeface="Arial"/>
              <a:buNone/>
              <a:defRPr sz="1800"/>
            </a:lvl2pPr>
            <a:lvl3pPr marL="1371600" lvl="2" indent="-228600" algn="l">
              <a:lnSpc>
                <a:spcPct val="100000"/>
              </a:lnSpc>
              <a:spcBef>
                <a:spcPts val="320"/>
              </a:spcBef>
              <a:spcAft>
                <a:spcPts val="0"/>
              </a:spcAft>
              <a:buClr>
                <a:schemeClr val="dk1"/>
              </a:buClr>
              <a:buSzPts val="1600"/>
              <a:buFont typeface="Arial"/>
              <a:buNone/>
              <a:defRPr sz="1600"/>
            </a:lvl3pPr>
            <a:lvl4pPr marL="1828800" lvl="3" indent="-228600" algn="l">
              <a:lnSpc>
                <a:spcPct val="100000"/>
              </a:lnSpc>
              <a:spcBef>
                <a:spcPts val="280"/>
              </a:spcBef>
              <a:spcAft>
                <a:spcPts val="0"/>
              </a:spcAft>
              <a:buClr>
                <a:schemeClr val="dk1"/>
              </a:buClr>
              <a:buSzPts val="1400"/>
              <a:buFont typeface="Arial"/>
              <a:buNone/>
              <a:defRPr sz="1400"/>
            </a:lvl4pPr>
            <a:lvl5pPr marL="2286000" lvl="4" indent="-228600" algn="l">
              <a:lnSpc>
                <a:spcPct val="100000"/>
              </a:lnSpc>
              <a:spcBef>
                <a:spcPts val="280"/>
              </a:spcBef>
              <a:spcAft>
                <a:spcPts val="0"/>
              </a:spcAft>
              <a:buClr>
                <a:schemeClr val="dk1"/>
              </a:buClr>
              <a:buSzPts val="1400"/>
              <a:buFont typeface="Arial"/>
              <a:buNone/>
              <a:defRPr sz="1400"/>
            </a:lvl5pPr>
            <a:lvl6pPr marL="2743200" lvl="5" indent="-228600" algn="l">
              <a:lnSpc>
                <a:spcPct val="100000"/>
              </a:lnSpc>
              <a:spcBef>
                <a:spcPts val="280"/>
              </a:spcBef>
              <a:spcAft>
                <a:spcPts val="0"/>
              </a:spcAft>
              <a:buClr>
                <a:schemeClr val="dk1"/>
              </a:buClr>
              <a:buSzPts val="1400"/>
              <a:buFont typeface="Arial"/>
              <a:buNone/>
              <a:defRPr sz="1400"/>
            </a:lvl6pPr>
            <a:lvl7pPr marL="3200400" lvl="6" indent="-228600" algn="l">
              <a:lnSpc>
                <a:spcPct val="100000"/>
              </a:lnSpc>
              <a:spcBef>
                <a:spcPts val="280"/>
              </a:spcBef>
              <a:spcAft>
                <a:spcPts val="0"/>
              </a:spcAft>
              <a:buClr>
                <a:schemeClr val="dk1"/>
              </a:buClr>
              <a:buSzPts val="1400"/>
              <a:buFont typeface="Arial"/>
              <a:buNone/>
              <a:defRPr sz="1400"/>
            </a:lvl7pPr>
            <a:lvl8pPr marL="3657600" lvl="7" indent="-228600" algn="l">
              <a:lnSpc>
                <a:spcPct val="100000"/>
              </a:lnSpc>
              <a:spcBef>
                <a:spcPts val="280"/>
              </a:spcBef>
              <a:spcAft>
                <a:spcPts val="0"/>
              </a:spcAft>
              <a:buClr>
                <a:schemeClr val="dk1"/>
              </a:buClr>
              <a:buSzPts val="1400"/>
              <a:buFont typeface="Arial"/>
              <a:buNone/>
              <a:defRPr sz="1400"/>
            </a:lvl8pPr>
            <a:lvl9pPr marL="4114800" lvl="8" indent="-228600" algn="l">
              <a:lnSpc>
                <a:spcPct val="100000"/>
              </a:lnSpc>
              <a:spcBef>
                <a:spcPts val="280"/>
              </a:spcBef>
              <a:spcAft>
                <a:spcPts val="0"/>
              </a:spcAft>
              <a:buClr>
                <a:schemeClr val="dk1"/>
              </a:buClr>
              <a:buSzPts val="1400"/>
              <a:buFont typeface="Arial"/>
              <a:buNone/>
              <a:defRPr sz="1400"/>
            </a:lvl9pPr>
          </a:lstStyle>
          <a:p>
            <a:endParaRPr/>
          </a:p>
        </p:txBody>
      </p:sp>
      <p:sp>
        <p:nvSpPr>
          <p:cNvPr id="71" name="Google Shape;71;p14"/>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457200" y="122237"/>
            <a:ext cx="8229600" cy="63976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2" name="Google Shape;82;p16"/>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3" name="Google Shape;83;p16"/>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122237"/>
            <a:ext cx="8229600" cy="639762"/>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000000"/>
              </a:solidFill>
            </a:endParaRPr>
          </a:p>
        </p:txBody>
      </p:sp>
      <p:cxnSp>
        <p:nvCxnSpPr>
          <p:cNvPr id="13" name="Google Shape;13;p1"/>
          <p:cNvCxnSpPr/>
          <p:nvPr/>
        </p:nvCxnSpPr>
        <p:spPr>
          <a:xfrm>
            <a:off x="0" y="914400"/>
            <a:ext cx="9144000" cy="0"/>
          </a:xfrm>
          <a:prstGeom prst="straightConnector1">
            <a:avLst/>
          </a:prstGeom>
          <a:noFill/>
          <a:ln w="28575" cap="flat" cmpd="sng">
            <a:solidFill>
              <a:schemeClr val="accent2"/>
            </a:solidFill>
            <a:prstDash val="solid"/>
            <a:miter lim="800000"/>
            <a:headEnd type="none" w="sm" len="sm"/>
            <a:tailEnd type="none" w="sm" len="sm"/>
          </a:ln>
        </p:spPr>
      </p:cxnSp>
      <p:cxnSp>
        <p:nvCxnSpPr>
          <p:cNvPr id="14" name="Google Shape;14;p1"/>
          <p:cNvCxnSpPr/>
          <p:nvPr/>
        </p:nvCxnSpPr>
        <p:spPr>
          <a:xfrm>
            <a:off x="0" y="6324600"/>
            <a:ext cx="9144000" cy="0"/>
          </a:xfrm>
          <a:prstGeom prst="straightConnector1">
            <a:avLst/>
          </a:prstGeom>
          <a:noFill/>
          <a:ln w="28575" cap="flat" cmpd="sng">
            <a:solidFill>
              <a:schemeClr val="accent2"/>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2"/>
        <p:cNvGrpSpPr/>
        <p:nvPr/>
      </p:nvGrpSpPr>
      <p:grpSpPr>
        <a:xfrm>
          <a:off x="0" y="0"/>
          <a:ext cx="0" cy="0"/>
          <a:chOff x="0" y="0"/>
          <a:chExt cx="0" cy="0"/>
        </a:xfrm>
      </p:grpSpPr>
      <p:cxnSp>
        <p:nvCxnSpPr>
          <p:cNvPr id="73" name="Google Shape;73;p15"/>
          <p:cNvCxnSpPr/>
          <p:nvPr/>
        </p:nvCxnSpPr>
        <p:spPr>
          <a:xfrm>
            <a:off x="0" y="914400"/>
            <a:ext cx="9144000" cy="0"/>
          </a:xfrm>
          <a:prstGeom prst="straightConnector1">
            <a:avLst/>
          </a:prstGeom>
          <a:noFill/>
          <a:ln w="28575" cap="flat" cmpd="sng">
            <a:solidFill>
              <a:schemeClr val="accent2"/>
            </a:solidFill>
            <a:prstDash val="solid"/>
            <a:miter lim="800000"/>
            <a:headEnd type="none" w="sm" len="sm"/>
            <a:tailEnd type="none" w="sm" len="sm"/>
          </a:ln>
        </p:spPr>
      </p:cxnSp>
      <p:cxnSp>
        <p:nvCxnSpPr>
          <p:cNvPr id="74" name="Google Shape;74;p15"/>
          <p:cNvCxnSpPr/>
          <p:nvPr/>
        </p:nvCxnSpPr>
        <p:spPr>
          <a:xfrm>
            <a:off x="0" y="6324600"/>
            <a:ext cx="9144000" cy="0"/>
          </a:xfrm>
          <a:prstGeom prst="straightConnector1">
            <a:avLst/>
          </a:prstGeom>
          <a:noFill/>
          <a:ln w="28575" cap="flat" cmpd="sng">
            <a:solidFill>
              <a:schemeClr val="accent2"/>
            </a:solidFill>
            <a:prstDash val="solid"/>
            <a:miter lim="800000"/>
            <a:headEnd type="none" w="sm" len="sm"/>
            <a:tailEnd type="none" w="sm" len="sm"/>
          </a:ln>
        </p:spPr>
      </p:cxnSp>
      <p:sp>
        <p:nvSpPr>
          <p:cNvPr id="75" name="Google Shape;75;p15"/>
          <p:cNvSpPr txBox="1"/>
          <p:nvPr/>
        </p:nvSpPr>
        <p:spPr>
          <a:xfrm>
            <a:off x="3556000" y="6362700"/>
            <a:ext cx="1905000" cy="4572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76" name="Google Shape;76;p15"/>
          <p:cNvPicPr preferRelativeResize="0"/>
          <p:nvPr/>
        </p:nvPicPr>
        <p:blipFill rotWithShape="1">
          <a:blip r:embed="rId3">
            <a:alphaModFix/>
          </a:blip>
          <a:srcRect/>
          <a:stretch/>
        </p:blipFill>
        <p:spPr>
          <a:xfrm>
            <a:off x="76200" y="6381750"/>
            <a:ext cx="762000" cy="476250"/>
          </a:xfrm>
          <a:prstGeom prst="rect">
            <a:avLst/>
          </a:prstGeom>
          <a:noFill/>
          <a:ln>
            <a:noFill/>
          </a:ln>
        </p:spPr>
      </p:pic>
      <p:sp>
        <p:nvSpPr>
          <p:cNvPr id="77" name="Google Shape;77;p15"/>
          <p:cNvSpPr txBox="1">
            <a:spLocks noGrp="1"/>
          </p:cNvSpPr>
          <p:nvPr>
            <p:ph type="title"/>
          </p:nvPr>
        </p:nvSpPr>
        <p:spPr>
          <a:xfrm>
            <a:off x="457200" y="122237"/>
            <a:ext cx="8229600" cy="639762"/>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3200" b="0" i="0" u="none" strike="noStrike" cap="none">
                <a:solidFill>
                  <a:schemeClr val="dk2"/>
                </a:solidFill>
                <a:latin typeface="Arial"/>
                <a:ea typeface="Arial"/>
                <a:cs typeface="Arial"/>
                <a:sym typeface="Arial"/>
              </a:defRPr>
            </a:lvl9pPr>
          </a:lstStyle>
          <a:p>
            <a:endParaRPr/>
          </a:p>
        </p:txBody>
      </p:sp>
      <p:sp>
        <p:nvSpPr>
          <p:cNvPr id="78" name="Google Shape;78;p15"/>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00000"/>
              </a:lnSpc>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9" name="Google Shape;79;p15"/>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000000"/>
              </a:solidFill>
            </a:endParaRPr>
          </a:p>
        </p:txBody>
      </p:sp>
    </p:spTree>
  </p:cSld>
  <p:clrMap bg1="lt1" tx1="dk1" bg2="dk2" tx2="lt2" accent1="accent1" accent2="accent2" accent3="accent3" accent4="accent4" accent5="accent5" accent6="accent6" hlink="hlink" folHlink="folHlink"/>
  <p:sldLayoutIdLst>
    <p:sldLayoutId id="214748366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ctrTitle"/>
          </p:nvPr>
        </p:nvSpPr>
        <p:spPr>
          <a:xfrm>
            <a:off x="1295400" y="2468243"/>
            <a:ext cx="6248400" cy="685800"/>
          </a:xfrm>
          <a:prstGeom prst="rect">
            <a:avLst/>
          </a:prstGeom>
          <a:noFill/>
          <a:ln>
            <a:noFill/>
          </a:ln>
        </p:spPr>
        <p:txBody>
          <a:bodyPr spcFirstLastPara="1" wrap="square" lIns="91425" tIns="45700" rIns="91425" bIns="45700" anchor="ctr" anchorCtr="0">
            <a:noAutofit/>
          </a:bodyPr>
          <a:lstStyle/>
          <a:p>
            <a:pPr marL="457200" lvl="0" indent="0" algn="ctr" rtl="0">
              <a:lnSpc>
                <a:spcPct val="100000"/>
              </a:lnSpc>
              <a:spcBef>
                <a:spcPts val="0"/>
              </a:spcBef>
              <a:spcAft>
                <a:spcPts val="0"/>
              </a:spcAft>
              <a:buClr>
                <a:schemeClr val="dk1"/>
              </a:buClr>
              <a:buSzPts val="1100"/>
              <a:buNone/>
            </a:pPr>
            <a:r>
              <a:rPr lang="en-US" sz="2800" b="1" dirty="0">
                <a:highlight>
                  <a:schemeClr val="lt1"/>
                </a:highlight>
                <a:latin typeface="Times New Roman" panose="02020603050405020304" pitchFamily="18" charset="0"/>
                <a:cs typeface="Times New Roman" panose="02020603050405020304" pitchFamily="18" charset="0"/>
              </a:rPr>
              <a:t>ScamGuard AI</a:t>
            </a:r>
            <a:r>
              <a:rPr lang="en-US" sz="2800" b="1" dirty="0">
                <a:solidFill>
                  <a:srgbClr val="202124"/>
                </a:solidFill>
                <a:highlight>
                  <a:schemeClr val="lt1"/>
                </a:highlight>
                <a:latin typeface="Times New Roman" panose="02020603050405020304" pitchFamily="18" charset="0"/>
                <a:ea typeface="Times New Roman"/>
                <a:cs typeface="Times New Roman" panose="02020603050405020304" pitchFamily="18" charset="0"/>
                <a:sym typeface="Times New Roman"/>
              </a:rPr>
              <a:t> </a:t>
            </a:r>
            <a:br>
              <a:rPr lang="en-US" sz="2800" b="1" dirty="0">
                <a:solidFill>
                  <a:srgbClr val="202124"/>
                </a:solidFill>
                <a:highlight>
                  <a:schemeClr val="lt1"/>
                </a:highlight>
                <a:latin typeface="Times New Roman" panose="02020603050405020304" pitchFamily="18" charset="0"/>
                <a:ea typeface="Times New Roman"/>
                <a:cs typeface="Times New Roman" panose="02020603050405020304" pitchFamily="18" charset="0"/>
                <a:sym typeface="Times New Roman"/>
              </a:rPr>
            </a:br>
            <a:r>
              <a:rPr lang="en-US" sz="2800" dirty="0">
                <a:solidFill>
                  <a:srgbClr val="2B2B2B"/>
                </a:solidFill>
                <a:latin typeface="Times New Roman" panose="02020603050405020304" pitchFamily="18" charset="0"/>
                <a:cs typeface="Times New Roman" panose="02020603050405020304" pitchFamily="18" charset="0"/>
                <a:sym typeface="Arial"/>
              </a:rPr>
              <a:t>“</a:t>
            </a:r>
            <a:r>
              <a:rPr lang="en-US" sz="2800" dirty="0">
                <a:solidFill>
                  <a:srgbClr val="2B2B2B"/>
                </a:solidFill>
                <a:latin typeface="Times New Roman" panose="02020603050405020304" pitchFamily="18" charset="0"/>
                <a:cs typeface="Times New Roman" panose="02020603050405020304" pitchFamily="18" charset="0"/>
              </a:rPr>
              <a:t>Fake Investment Scam &amp; Ponzi Scheme Detection</a:t>
            </a:r>
            <a:r>
              <a:rPr lang="en-US" sz="2800" dirty="0">
                <a:latin typeface="Arial"/>
                <a:ea typeface="Arial"/>
                <a:cs typeface="Arial"/>
                <a:sym typeface="Arial"/>
              </a:rPr>
              <a:t>”</a:t>
            </a:r>
            <a:br>
              <a:rPr lang="en-US" dirty="0">
                <a:solidFill>
                  <a:srgbClr val="2B2B2B"/>
                </a:solidFill>
                <a:latin typeface="Arial"/>
                <a:ea typeface="Arial"/>
                <a:cs typeface="Arial"/>
                <a:sym typeface="Arial"/>
              </a:rPr>
            </a:br>
            <a:endParaRPr dirty="0"/>
          </a:p>
        </p:txBody>
      </p:sp>
      <p:sp>
        <p:nvSpPr>
          <p:cNvPr id="89" name="Google Shape;89;p17"/>
          <p:cNvSpPr txBox="1"/>
          <p:nvPr/>
        </p:nvSpPr>
        <p:spPr>
          <a:xfrm>
            <a:off x="507492" y="3439633"/>
            <a:ext cx="8153400" cy="25908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800"/>
              <a:buFont typeface="Times New Roman"/>
              <a:buNone/>
            </a:pPr>
            <a:r>
              <a:rPr lang="en-US" sz="2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Gagan Shetty [EU1226019]</a:t>
            </a:r>
            <a:endParaRPr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dk1"/>
              </a:buClr>
              <a:buSzPts val="2800"/>
              <a:buFont typeface="Times New Roman"/>
              <a:buNone/>
            </a:pPr>
            <a:r>
              <a:rPr lang="en-US" sz="2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Tanmay Patil [EU1226021]</a:t>
            </a:r>
            <a:endParaRPr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dk1"/>
              </a:buClr>
              <a:buSzPts val="2800"/>
              <a:buFont typeface="Times New Roman"/>
              <a:buNone/>
            </a:pPr>
            <a:r>
              <a:rPr lang="en-US" sz="2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Kishan Ravat [EU1226022]</a:t>
            </a:r>
            <a:endParaRPr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dk1"/>
              </a:buClr>
              <a:buSzPts val="2800"/>
              <a:buFont typeface="Times New Roman"/>
              <a:buNone/>
            </a:pPr>
            <a:r>
              <a:rPr lang="en-US" sz="2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Tirth Shah [EU1226009]</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100000"/>
              </a:lnSpc>
              <a:spcBef>
                <a:spcPts val="0"/>
              </a:spcBef>
              <a:spcAft>
                <a:spcPts val="0"/>
              </a:spcAft>
              <a:buClr>
                <a:schemeClr val="dk1"/>
              </a:buClr>
              <a:buSzPts val="2400"/>
              <a:buFont typeface="Arial"/>
              <a:buNone/>
            </a:pPr>
            <a:endParaRPr lang="en-IN" sz="24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Clr>
                <a:schemeClr val="dk1"/>
              </a:buClr>
              <a:buSzPts val="2400"/>
              <a:buFont typeface="Times New Roman"/>
              <a:buNone/>
            </a:pPr>
            <a:r>
              <a:rPr lang="en-US"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D</a:t>
            </a:r>
            <a:r>
              <a:rPr lang="en-US" sz="24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r. Juily Tarade | Assistant Professor</a:t>
            </a:r>
          </a:p>
        </p:txBody>
      </p:sp>
      <p:sp>
        <p:nvSpPr>
          <p:cNvPr id="90" name="Google Shape;90;p17"/>
          <p:cNvSpPr txBox="1"/>
          <p:nvPr/>
        </p:nvSpPr>
        <p:spPr>
          <a:xfrm>
            <a:off x="620712" y="990600"/>
            <a:ext cx="8131175"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800"/>
              <a:buFont typeface="Times New Roman"/>
              <a:buNone/>
            </a:pPr>
            <a:r>
              <a:rPr lang="en-US" sz="2800" b="1" i="0" u="none" strike="noStrike" cap="none" dirty="0">
                <a:solidFill>
                  <a:schemeClr val="dk1"/>
                </a:solidFill>
                <a:latin typeface="Times New Roman"/>
                <a:ea typeface="Times New Roman"/>
                <a:cs typeface="Times New Roman"/>
                <a:sym typeface="Times New Roman"/>
              </a:rPr>
              <a:t>DEPARTMENT OF ARTIFICIAL INTELLIGENCE AND MACHINE LEARNING</a:t>
            </a:r>
            <a:endParaRPr sz="1400" b="0" i="0" u="none" strike="noStrike" cap="none" dirty="0">
              <a:solidFill>
                <a:srgbClr val="000000"/>
              </a:solidFill>
              <a:latin typeface="Arial"/>
              <a:ea typeface="Arial"/>
              <a:cs typeface="Arial"/>
              <a:sym typeface="Arial"/>
            </a:endParaRPr>
          </a:p>
        </p:txBody>
      </p:sp>
      <p:pic>
        <p:nvPicPr>
          <p:cNvPr id="91" name="Google Shape;91;p17"/>
          <p:cNvPicPr preferRelativeResize="0"/>
          <p:nvPr/>
        </p:nvPicPr>
        <p:blipFill rotWithShape="1">
          <a:blip r:embed="rId3">
            <a:alphaModFix/>
          </a:blip>
          <a:srcRect/>
          <a:stretch/>
        </p:blipFill>
        <p:spPr>
          <a:xfrm>
            <a:off x="215900" y="76200"/>
            <a:ext cx="1079500" cy="787400"/>
          </a:xfrm>
          <a:prstGeom prst="rect">
            <a:avLst/>
          </a:prstGeom>
          <a:noFill/>
          <a:ln>
            <a:noFill/>
          </a:ln>
        </p:spPr>
      </p:pic>
      <p:pic>
        <p:nvPicPr>
          <p:cNvPr id="92" name="Google Shape;92;p17"/>
          <p:cNvPicPr preferRelativeResize="0"/>
          <p:nvPr/>
        </p:nvPicPr>
        <p:blipFill rotWithShape="1">
          <a:blip r:embed="rId4">
            <a:alphaModFix/>
          </a:blip>
          <a:srcRect/>
          <a:stretch/>
        </p:blipFill>
        <p:spPr>
          <a:xfrm>
            <a:off x="8324850" y="101600"/>
            <a:ext cx="590550" cy="736600"/>
          </a:xfrm>
          <a:prstGeom prst="rect">
            <a:avLst/>
          </a:prstGeom>
          <a:noFill/>
          <a:ln>
            <a:noFill/>
          </a:ln>
        </p:spPr>
      </p:pic>
      <p:sp>
        <p:nvSpPr>
          <p:cNvPr id="93" name="Google Shape;93;p17"/>
          <p:cNvSpPr txBox="1"/>
          <p:nvPr/>
        </p:nvSpPr>
        <p:spPr>
          <a:xfrm>
            <a:off x="0" y="-19050"/>
            <a:ext cx="9144000" cy="97458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C00000"/>
              </a:buClr>
              <a:buSzPts val="1400"/>
              <a:buFont typeface="Times New Roman"/>
              <a:buNone/>
            </a:pPr>
            <a:r>
              <a:rPr lang="en-US" sz="1400" b="1" i="0" u="none" strike="noStrike" cap="none">
                <a:solidFill>
                  <a:srgbClr val="C00000"/>
                </a:solidFill>
                <a:latin typeface="Times New Roman"/>
                <a:ea typeface="Times New Roman"/>
                <a:cs typeface="Times New Roman"/>
                <a:sym typeface="Times New Roman"/>
              </a:rPr>
              <a:t>Aldel Education Trust’s</a:t>
            </a:r>
            <a:endParaRPr sz="1100" b="0" i="0" u="none" strike="noStrike" cap="none">
              <a:solidFill>
                <a:srgbClr val="C00000"/>
              </a:solidFill>
              <a:latin typeface="Times New Roman"/>
              <a:ea typeface="Times New Roman"/>
              <a:cs typeface="Times New Roman"/>
              <a:sym typeface="Times New Roman"/>
            </a:endParaRPr>
          </a:p>
          <a:p>
            <a:pPr marL="0" marR="0" lvl="0" indent="0" algn="ctr" rtl="0">
              <a:lnSpc>
                <a:spcPct val="100000"/>
              </a:lnSpc>
              <a:spcBef>
                <a:spcPts val="800"/>
              </a:spcBef>
              <a:spcAft>
                <a:spcPts val="0"/>
              </a:spcAft>
              <a:buClr>
                <a:srgbClr val="002060"/>
              </a:buClr>
              <a:buSzPts val="1800"/>
              <a:buFont typeface="Times New Roman"/>
              <a:buNone/>
            </a:pPr>
            <a:r>
              <a:rPr lang="en-US" sz="1800" b="1" i="0" u="none" strike="noStrike" cap="none">
                <a:solidFill>
                  <a:srgbClr val="002060"/>
                </a:solidFill>
                <a:latin typeface="Times New Roman"/>
                <a:ea typeface="Times New Roman"/>
                <a:cs typeface="Times New Roman"/>
                <a:sym typeface="Times New Roman"/>
              </a:rPr>
              <a:t>St. John College of Engineering and Management, Palghar</a:t>
            </a:r>
            <a:endParaRPr/>
          </a:p>
          <a:p>
            <a:pPr marL="0" marR="0" lvl="0" indent="0" algn="ctr" rtl="0">
              <a:lnSpc>
                <a:spcPct val="100000"/>
              </a:lnSpc>
              <a:spcBef>
                <a:spcPts val="800"/>
              </a:spcBef>
              <a:spcAft>
                <a:spcPts val="0"/>
              </a:spcAft>
              <a:buClr>
                <a:srgbClr val="FF0000"/>
              </a:buClr>
              <a:buSzPts val="1200"/>
              <a:buFont typeface="Times New Roman"/>
              <a:buNone/>
            </a:pPr>
            <a:r>
              <a:rPr lang="en-US" sz="1200" b="1" i="0" u="none" strike="noStrike" cap="none">
                <a:solidFill>
                  <a:srgbClr val="FF0000"/>
                </a:solidFill>
                <a:latin typeface="Times New Roman"/>
                <a:ea typeface="Times New Roman"/>
                <a:cs typeface="Times New Roman"/>
                <a:sym typeface="Times New Roman"/>
              </a:rPr>
              <a:t>An Autonomous Institution | NAAC Accredited with Grade A+ | NBA Accredited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457200" y="122237"/>
            <a:ext cx="8229600" cy="6397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b="1">
                <a:latin typeface="Times New Roman"/>
                <a:ea typeface="Times New Roman"/>
                <a:cs typeface="Times New Roman"/>
                <a:sym typeface="Times New Roman"/>
              </a:rPr>
              <a:t>Contents</a:t>
            </a:r>
            <a:endParaRPr/>
          </a:p>
        </p:txBody>
      </p:sp>
      <p:sp>
        <p:nvSpPr>
          <p:cNvPr id="99" name="Google Shape;99;p18"/>
          <p:cNvSpPr txBox="1">
            <a:spLocks noGrp="1"/>
          </p:cNvSpPr>
          <p:nvPr>
            <p:ph type="sldNum" idx="12"/>
          </p:nvPr>
        </p:nvSpPr>
        <p:spPr>
          <a:xfrm>
            <a:off x="8670895" y="6404563"/>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fld id="{00000000-1234-1234-1234-123412341234}" type="slidenum">
              <a:rPr lang="en-US"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
        <p:nvSpPr>
          <p:cNvPr id="100" name="Google Shape;100;p18"/>
          <p:cNvSpPr txBox="1">
            <a:spLocks noGrp="1"/>
          </p:cNvSpPr>
          <p:nvPr>
            <p:ph type="body" idx="1"/>
          </p:nvPr>
        </p:nvSpPr>
        <p:spPr>
          <a:xfrm>
            <a:off x="457200" y="900545"/>
            <a:ext cx="8229600" cy="5320146"/>
          </a:xfrm>
          <a:prstGeom prst="rect">
            <a:avLst/>
          </a:prstGeom>
          <a:noFill/>
          <a:ln>
            <a:noFill/>
          </a:ln>
        </p:spPr>
        <p:txBody>
          <a:bodyPr spcFirstLastPara="1" wrap="square" lIns="91425" tIns="45700" rIns="91425" bIns="45700" anchor="t" anchorCtr="0">
            <a:noAutofit/>
          </a:bodyPr>
          <a:lstStyle/>
          <a:p>
            <a:pPr marL="457200" lvl="0" indent="-342900" algn="just" rtl="0">
              <a:lnSpc>
                <a:spcPct val="100000"/>
              </a:lnSpc>
              <a:spcBef>
                <a:spcPts val="360"/>
              </a:spcBef>
              <a:spcAft>
                <a:spcPts val="0"/>
              </a:spcAft>
              <a:buSzPts val="1800"/>
              <a:buChar char="•"/>
            </a:pPr>
            <a:r>
              <a:rPr lang="en-US" sz="2000" b="1" dirty="0">
                <a:latin typeface="Times New Roman" panose="02020603050405020304" pitchFamily="18" charset="0"/>
                <a:ea typeface="Times New Roman"/>
                <a:cs typeface="Times New Roman" panose="02020603050405020304" pitchFamily="18" charset="0"/>
                <a:sym typeface="Times New Roman"/>
              </a:rPr>
              <a:t>Introduction</a:t>
            </a:r>
            <a:endParaRPr sz="2000" dirty="0">
              <a:latin typeface="Times New Roman" panose="02020603050405020304" pitchFamily="18" charset="0"/>
              <a:ea typeface="Times New Roman"/>
              <a:cs typeface="Times New Roman" panose="02020603050405020304" pitchFamily="18" charset="0"/>
              <a:sym typeface="Times New Roman"/>
            </a:endParaRPr>
          </a:p>
          <a:p>
            <a:pPr marL="914400" lvl="1" indent="-342900" algn="just" rtl="0">
              <a:lnSpc>
                <a:spcPct val="100000"/>
              </a:lnSpc>
              <a:spcBef>
                <a:spcPts val="360"/>
              </a:spcBef>
              <a:spcAft>
                <a:spcPts val="0"/>
              </a:spcAft>
              <a:buSzPts val="1800"/>
              <a:buFont typeface="Noto Sans Symbols"/>
              <a:buChar char="❑"/>
            </a:pPr>
            <a:r>
              <a:rPr lang="en-US" dirty="0">
                <a:latin typeface="Times New Roman" panose="02020603050405020304" pitchFamily="18" charset="0"/>
                <a:ea typeface="Times New Roman"/>
                <a:cs typeface="Times New Roman" panose="02020603050405020304" pitchFamily="18" charset="0"/>
                <a:sym typeface="Times New Roman"/>
              </a:rPr>
              <a:t>Motivation</a:t>
            </a:r>
            <a:endParaRPr dirty="0">
              <a:latin typeface="Times New Roman" panose="02020603050405020304" pitchFamily="18" charset="0"/>
              <a:ea typeface="Times New Roman"/>
              <a:cs typeface="Times New Roman" panose="02020603050405020304" pitchFamily="18" charset="0"/>
              <a:sym typeface="Times New Roman"/>
            </a:endParaRPr>
          </a:p>
          <a:p>
            <a:pPr marL="914400" lvl="1" indent="-342900" algn="just" rtl="0">
              <a:lnSpc>
                <a:spcPct val="100000"/>
              </a:lnSpc>
              <a:spcBef>
                <a:spcPts val="360"/>
              </a:spcBef>
              <a:spcAft>
                <a:spcPts val="0"/>
              </a:spcAft>
              <a:buSzPts val="1800"/>
              <a:buFont typeface="Noto Sans Symbols"/>
              <a:buChar char="❑"/>
            </a:pPr>
            <a:r>
              <a:rPr lang="en-US" dirty="0">
                <a:latin typeface="Times New Roman" panose="02020603050405020304" pitchFamily="18" charset="0"/>
                <a:ea typeface="Times New Roman"/>
                <a:cs typeface="Times New Roman" panose="02020603050405020304" pitchFamily="18" charset="0"/>
                <a:sym typeface="Times New Roman"/>
              </a:rPr>
              <a:t>Problem Statement</a:t>
            </a:r>
            <a:endParaRPr dirty="0">
              <a:latin typeface="Times New Roman" panose="02020603050405020304" pitchFamily="18" charset="0"/>
              <a:ea typeface="Times New Roman"/>
              <a:cs typeface="Times New Roman" panose="02020603050405020304" pitchFamily="18" charset="0"/>
              <a:sym typeface="Times New Roman"/>
            </a:endParaRPr>
          </a:p>
          <a:p>
            <a:pPr marL="914400" lvl="1" indent="-342900" algn="just" rtl="0">
              <a:lnSpc>
                <a:spcPct val="100000"/>
              </a:lnSpc>
              <a:spcBef>
                <a:spcPts val="360"/>
              </a:spcBef>
              <a:spcAft>
                <a:spcPts val="0"/>
              </a:spcAft>
              <a:buSzPts val="1800"/>
              <a:buFont typeface="Noto Sans Symbols"/>
              <a:buChar char="❑"/>
            </a:pPr>
            <a:r>
              <a:rPr lang="en-US" dirty="0">
                <a:latin typeface="Times New Roman" panose="02020603050405020304" pitchFamily="18" charset="0"/>
                <a:ea typeface="Times New Roman"/>
                <a:cs typeface="Times New Roman" panose="02020603050405020304" pitchFamily="18" charset="0"/>
                <a:sym typeface="Times New Roman"/>
              </a:rPr>
              <a:t>Objectives</a:t>
            </a:r>
            <a:endParaRPr dirty="0">
              <a:latin typeface="Times New Roman" panose="02020603050405020304" pitchFamily="18" charset="0"/>
              <a:ea typeface="Times New Roman"/>
              <a:cs typeface="Times New Roman" panose="02020603050405020304" pitchFamily="18" charset="0"/>
              <a:sym typeface="Times New Roman"/>
            </a:endParaRPr>
          </a:p>
          <a:p>
            <a:pPr marL="914400" lvl="1" indent="-342900" algn="just" rtl="0">
              <a:lnSpc>
                <a:spcPct val="100000"/>
              </a:lnSpc>
              <a:spcBef>
                <a:spcPts val="360"/>
              </a:spcBef>
              <a:spcAft>
                <a:spcPts val="0"/>
              </a:spcAft>
              <a:buSzPts val="1800"/>
              <a:buFont typeface="Noto Sans Symbols"/>
              <a:buChar char="❑"/>
            </a:pPr>
            <a:r>
              <a:rPr lang="en-US" dirty="0">
                <a:latin typeface="Times New Roman" panose="02020603050405020304" pitchFamily="18" charset="0"/>
                <a:ea typeface="Times New Roman"/>
                <a:cs typeface="Times New Roman" panose="02020603050405020304" pitchFamily="18" charset="0"/>
                <a:sym typeface="Times New Roman"/>
              </a:rPr>
              <a:t>Scope</a:t>
            </a:r>
            <a:endParaRPr dirty="0">
              <a:latin typeface="Times New Roman" panose="02020603050405020304" pitchFamily="18" charset="0"/>
              <a:ea typeface="Times New Roman"/>
              <a:cs typeface="Times New Roman" panose="02020603050405020304" pitchFamily="18" charset="0"/>
              <a:sym typeface="Times New Roman"/>
            </a:endParaRPr>
          </a:p>
          <a:p>
            <a:pPr marL="457200" lvl="0" indent="-342900" algn="just" rtl="0">
              <a:lnSpc>
                <a:spcPct val="100000"/>
              </a:lnSpc>
              <a:spcBef>
                <a:spcPts val="360"/>
              </a:spcBef>
              <a:spcAft>
                <a:spcPts val="0"/>
              </a:spcAft>
              <a:buSzPts val="1800"/>
              <a:buChar char="•"/>
            </a:pPr>
            <a:r>
              <a:rPr lang="en-US" sz="2000" b="1" dirty="0">
                <a:latin typeface="Times New Roman" panose="02020603050405020304" pitchFamily="18" charset="0"/>
                <a:ea typeface="Times New Roman"/>
                <a:cs typeface="Times New Roman" panose="02020603050405020304" pitchFamily="18" charset="0"/>
                <a:sym typeface="Times New Roman"/>
              </a:rPr>
              <a:t>Review of Existing Literature</a:t>
            </a:r>
            <a:endParaRPr sz="2000" dirty="0">
              <a:latin typeface="Times New Roman" panose="02020603050405020304" pitchFamily="18" charset="0"/>
              <a:ea typeface="Times New Roman"/>
              <a:cs typeface="Times New Roman" panose="02020603050405020304" pitchFamily="18" charset="0"/>
              <a:sym typeface="Times New Roman"/>
            </a:endParaRPr>
          </a:p>
          <a:p>
            <a:pPr marL="457200" lvl="0" indent="-342900" algn="just" rtl="0">
              <a:lnSpc>
                <a:spcPct val="100000"/>
              </a:lnSpc>
              <a:spcBef>
                <a:spcPts val="360"/>
              </a:spcBef>
              <a:spcAft>
                <a:spcPts val="0"/>
              </a:spcAft>
              <a:buSzPts val="1800"/>
              <a:buChar char="•"/>
            </a:pPr>
            <a:r>
              <a:rPr lang="en-US" sz="2000" b="1" dirty="0">
                <a:latin typeface="Times New Roman" panose="02020603050405020304" pitchFamily="18" charset="0"/>
                <a:ea typeface="Times New Roman"/>
                <a:cs typeface="Times New Roman" panose="02020603050405020304" pitchFamily="18" charset="0"/>
                <a:sym typeface="Times New Roman"/>
              </a:rPr>
              <a:t>Proposed System</a:t>
            </a:r>
            <a:endParaRPr sz="2000" dirty="0">
              <a:latin typeface="Times New Roman" panose="02020603050405020304" pitchFamily="18" charset="0"/>
              <a:ea typeface="Times New Roman"/>
              <a:cs typeface="Times New Roman" panose="02020603050405020304" pitchFamily="18" charset="0"/>
              <a:sym typeface="Times New Roman"/>
            </a:endParaRPr>
          </a:p>
          <a:p>
            <a:pPr marL="914400" lvl="1" indent="-342900" algn="just" rtl="0">
              <a:lnSpc>
                <a:spcPct val="100000"/>
              </a:lnSpc>
              <a:spcBef>
                <a:spcPts val="360"/>
              </a:spcBef>
              <a:spcAft>
                <a:spcPts val="0"/>
              </a:spcAft>
              <a:buSzPts val="1800"/>
              <a:buFont typeface="Noto Sans Symbols"/>
              <a:buChar char="❑"/>
            </a:pPr>
            <a:r>
              <a:rPr lang="en-US" dirty="0">
                <a:latin typeface="Times New Roman" panose="02020603050405020304" pitchFamily="18" charset="0"/>
                <a:ea typeface="Times New Roman"/>
                <a:cs typeface="Times New Roman" panose="02020603050405020304" pitchFamily="18" charset="0"/>
                <a:sym typeface="Times New Roman"/>
              </a:rPr>
              <a:t>Block diagram of Proposed System</a:t>
            </a:r>
            <a:endParaRPr dirty="0">
              <a:latin typeface="Times New Roman" panose="02020603050405020304" pitchFamily="18" charset="0"/>
              <a:ea typeface="Times New Roman"/>
              <a:cs typeface="Times New Roman" panose="02020603050405020304" pitchFamily="18" charset="0"/>
              <a:sym typeface="Times New Roman"/>
            </a:endParaRPr>
          </a:p>
          <a:p>
            <a:pPr marL="342900" lvl="1" indent="-342900" algn="just" rtl="0">
              <a:lnSpc>
                <a:spcPct val="100000"/>
              </a:lnSpc>
              <a:spcBef>
                <a:spcPts val="360"/>
              </a:spcBef>
              <a:spcAft>
                <a:spcPts val="0"/>
              </a:spcAft>
              <a:buSzPts val="1800"/>
              <a:buFont typeface="Times New Roman"/>
              <a:buChar char="•"/>
            </a:pPr>
            <a:r>
              <a:rPr lang="en-US" b="1" dirty="0">
                <a:latin typeface="Times New Roman" panose="02020603050405020304" pitchFamily="18" charset="0"/>
                <a:ea typeface="Times New Roman"/>
                <a:cs typeface="Times New Roman" panose="02020603050405020304" pitchFamily="18" charset="0"/>
                <a:sym typeface="Times New Roman"/>
              </a:rPr>
              <a:t>Technologies Used</a:t>
            </a:r>
            <a:endParaRPr dirty="0">
              <a:latin typeface="Times New Roman" panose="02020603050405020304" pitchFamily="18" charset="0"/>
              <a:cs typeface="Times New Roman" panose="02020603050405020304" pitchFamily="18" charset="0"/>
            </a:endParaRPr>
          </a:p>
          <a:p>
            <a:pPr marL="342900" lvl="1" indent="-342900" algn="just" rtl="0">
              <a:lnSpc>
                <a:spcPct val="100000"/>
              </a:lnSpc>
              <a:spcBef>
                <a:spcPts val="360"/>
              </a:spcBef>
              <a:spcAft>
                <a:spcPts val="0"/>
              </a:spcAft>
              <a:buSzPts val="1800"/>
              <a:buFont typeface="Times New Roman"/>
              <a:buChar char="•"/>
            </a:pPr>
            <a:r>
              <a:rPr lang="en-US" b="1" dirty="0">
                <a:latin typeface="Times New Roman" panose="02020603050405020304" pitchFamily="18" charset="0"/>
                <a:ea typeface="Times New Roman"/>
                <a:cs typeface="Times New Roman" panose="02020603050405020304" pitchFamily="18" charset="0"/>
                <a:sym typeface="Times New Roman"/>
              </a:rPr>
              <a:t>Implementation</a:t>
            </a:r>
            <a:endParaRPr dirty="0">
              <a:latin typeface="Times New Roman" panose="02020603050405020304" pitchFamily="18" charset="0"/>
              <a:ea typeface="Times New Roman"/>
              <a:cs typeface="Times New Roman" panose="02020603050405020304" pitchFamily="18" charset="0"/>
              <a:sym typeface="Times New Roman"/>
            </a:endParaRPr>
          </a:p>
          <a:p>
            <a:pPr marL="342900" lvl="1" indent="-342900" algn="just" rtl="0">
              <a:lnSpc>
                <a:spcPct val="100000"/>
              </a:lnSpc>
              <a:spcBef>
                <a:spcPts val="360"/>
              </a:spcBef>
              <a:spcAft>
                <a:spcPts val="0"/>
              </a:spcAft>
              <a:buSzPts val="1800"/>
              <a:buFont typeface="Times New Roman"/>
              <a:buChar char="•"/>
            </a:pPr>
            <a:r>
              <a:rPr lang="en-US" b="1" dirty="0">
                <a:latin typeface="Times New Roman" panose="02020603050405020304" pitchFamily="18" charset="0"/>
                <a:ea typeface="Times New Roman"/>
                <a:cs typeface="Times New Roman" panose="02020603050405020304" pitchFamily="18" charset="0"/>
                <a:sym typeface="Times New Roman"/>
              </a:rPr>
              <a:t>Conclusion and Future Work</a:t>
            </a:r>
            <a:endParaRPr b="1"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457200" y="122237"/>
            <a:ext cx="8229600" cy="6397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b="1">
                <a:latin typeface="Times New Roman"/>
                <a:ea typeface="Times New Roman"/>
                <a:cs typeface="Times New Roman"/>
                <a:sym typeface="Times New Roman"/>
              </a:rPr>
              <a:t>Introduction</a:t>
            </a:r>
            <a:endParaRPr b="1">
              <a:latin typeface="Times New Roman"/>
              <a:ea typeface="Times New Roman"/>
              <a:cs typeface="Times New Roman"/>
              <a:sym typeface="Times New Roman"/>
            </a:endParaRPr>
          </a:p>
        </p:txBody>
      </p:sp>
      <p:sp>
        <p:nvSpPr>
          <p:cNvPr id="107" name="Google Shape;107;p19"/>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Autofit/>
          </a:bodyPr>
          <a:lstStyle/>
          <a:p>
            <a:pPr marL="482600" lvl="0">
              <a:lnSpc>
                <a:spcPct val="115000"/>
              </a:lnSpc>
              <a:spcBef>
                <a:spcPts val="1000"/>
              </a:spcBef>
              <a:buClr>
                <a:srgbClr val="000000"/>
              </a:buClr>
              <a:buSzPts val="1200"/>
              <a:buFont typeface="Noto Sans Symbols"/>
              <a:buChar char="⮚"/>
            </a:pPr>
            <a:r>
              <a:rPr lang="en-US" sz="2200" dirty="0">
                <a:latin typeface="Times New Roman" panose="02020603050405020304" pitchFamily="18" charset="0"/>
                <a:cs typeface="Times New Roman" panose="02020603050405020304" pitchFamily="18" charset="0"/>
              </a:rPr>
              <a:t>The proposed system, </a:t>
            </a:r>
            <a:r>
              <a:rPr lang="en-US" sz="2200" dirty="0" err="1">
                <a:latin typeface="Times New Roman" panose="02020603050405020304" pitchFamily="18" charset="0"/>
                <a:cs typeface="Times New Roman" panose="02020603050405020304" pitchFamily="18" charset="0"/>
              </a:rPr>
              <a:t>ScamGuard</a:t>
            </a:r>
            <a:r>
              <a:rPr lang="en-US" sz="2200" dirty="0">
                <a:latin typeface="Times New Roman" panose="02020603050405020304" pitchFamily="18" charset="0"/>
                <a:cs typeface="Times New Roman" panose="02020603050405020304" pitchFamily="18" charset="0"/>
              </a:rPr>
              <a:t> AI, aims to detect fake investment scams and Ponzi schemes on social media by analyzing text messages using Natural Language Processing and Machine Learning. The system automates the process of identifying fraudulent investment promotions and provides real-time predictions with probability scores and risk levels.</a:t>
            </a:r>
          </a:p>
          <a:p>
            <a:pPr marL="139700" lvl="0" indent="0">
              <a:lnSpc>
                <a:spcPct val="115000"/>
              </a:lnSpc>
              <a:spcBef>
                <a:spcPts val="1000"/>
              </a:spcBef>
              <a:buClr>
                <a:srgbClr val="000000"/>
              </a:buClr>
              <a:buSzPts val="1200"/>
              <a:buNone/>
            </a:pPr>
            <a:endParaRPr sz="2200" b="1"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482600" lvl="0">
              <a:lnSpc>
                <a:spcPct val="115000"/>
              </a:lnSpc>
              <a:spcBef>
                <a:spcPts val="0"/>
              </a:spcBef>
              <a:buClr>
                <a:srgbClr val="000000"/>
              </a:buClr>
              <a:buSzPts val="1200"/>
              <a:buFont typeface="Noto Sans Symbols"/>
              <a:buChar char="⮚"/>
            </a:pPr>
            <a:r>
              <a:rPr lang="en-US" sz="2200" dirty="0">
                <a:latin typeface="Times New Roman" panose="02020603050405020304" pitchFamily="18" charset="0"/>
                <a:cs typeface="Times New Roman" panose="02020603050405020304" pitchFamily="18" charset="0"/>
              </a:rPr>
              <a:t>This project proposes a dual-engine AI-based scam detection system that combines TF-IDF keyword analysis with </a:t>
            </a:r>
            <a:r>
              <a:rPr lang="en-US" sz="2200" dirty="0" err="1">
                <a:latin typeface="Times New Roman" panose="02020603050405020304" pitchFamily="18" charset="0"/>
                <a:cs typeface="Times New Roman" panose="02020603050405020304" pitchFamily="18" charset="0"/>
              </a:rPr>
              <a:t>FinBERT</a:t>
            </a:r>
            <a:r>
              <a:rPr lang="en-US" sz="2200" dirty="0">
                <a:latin typeface="Times New Roman" panose="02020603050405020304" pitchFamily="18" charset="0"/>
                <a:cs typeface="Times New Roman" panose="02020603050405020304" pitchFamily="18" charset="0"/>
              </a:rPr>
              <a:t> transformer embeddings to classify messages as Legitimate or Scam. It helps users and organizations identify financial fraud early and prevent monetary losses</a:t>
            </a:r>
            <a:r>
              <a:rPr lang="en-US" sz="2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endParaRPr sz="2200" dirty="0">
              <a:latin typeface="Times New Roman" panose="02020603050405020304" pitchFamily="18" charset="0"/>
              <a:cs typeface="Times New Roman" panose="02020603050405020304" pitchFamily="18" charset="0"/>
            </a:endParaRPr>
          </a:p>
          <a:p>
            <a:pPr marL="114300" lvl="0" indent="0" algn="l" rtl="0">
              <a:lnSpc>
                <a:spcPct val="100000"/>
              </a:lnSpc>
              <a:spcBef>
                <a:spcPts val="360"/>
              </a:spcBef>
              <a:spcAft>
                <a:spcPts val="0"/>
              </a:spcAft>
              <a:buSzPts val="1800"/>
              <a:buNone/>
            </a:pPr>
            <a:endParaRPr dirty="0">
              <a:latin typeface="Times New Roman"/>
              <a:ea typeface="Times New Roman"/>
              <a:cs typeface="Times New Roman"/>
              <a:sym typeface="Times New Roman"/>
            </a:endParaRPr>
          </a:p>
        </p:txBody>
      </p:sp>
      <p:sp>
        <p:nvSpPr>
          <p:cNvPr id="108" name="Google Shape;108;p19"/>
          <p:cNvSpPr txBox="1">
            <a:spLocks noGrp="1"/>
          </p:cNvSpPr>
          <p:nvPr>
            <p:ph type="sldNum" idx="12"/>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a:spLocks noGrp="1"/>
          </p:cNvSpPr>
          <p:nvPr>
            <p:ph type="title"/>
          </p:nvPr>
        </p:nvSpPr>
        <p:spPr>
          <a:xfrm>
            <a:off x="457200" y="122237"/>
            <a:ext cx="8229600" cy="639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b="1">
                <a:latin typeface="Times New Roman"/>
                <a:ea typeface="Times New Roman"/>
                <a:cs typeface="Times New Roman"/>
                <a:sym typeface="Times New Roman"/>
              </a:rPr>
              <a:t>Introduction</a:t>
            </a:r>
            <a:endParaRPr b="1">
              <a:latin typeface="Times New Roman"/>
              <a:ea typeface="Times New Roman"/>
              <a:cs typeface="Times New Roman"/>
              <a:sym typeface="Times New Roman"/>
            </a:endParaRPr>
          </a:p>
        </p:txBody>
      </p:sp>
      <p:sp>
        <p:nvSpPr>
          <p:cNvPr id="115" name="Google Shape;115;p20"/>
          <p:cNvSpPr txBox="1">
            <a:spLocks noGrp="1"/>
          </p:cNvSpPr>
          <p:nvPr>
            <p:ph type="body" idx="1"/>
          </p:nvPr>
        </p:nvSpPr>
        <p:spPr>
          <a:xfrm>
            <a:off x="457200" y="838200"/>
            <a:ext cx="8229600" cy="5181600"/>
          </a:xfrm>
          <a:prstGeom prst="rect">
            <a:avLst/>
          </a:prstGeom>
          <a:noFill/>
          <a:ln>
            <a:noFill/>
          </a:ln>
        </p:spPr>
        <p:txBody>
          <a:bodyPr spcFirstLastPara="1" wrap="square" lIns="91425" tIns="45700" rIns="91425" bIns="45700" anchor="t" anchorCtr="0">
            <a:noAutofit/>
          </a:bodyPr>
          <a:lstStyle/>
          <a:p>
            <a:pPr marL="457200" lvl="0" indent="-400050" algn="just" rtl="0">
              <a:lnSpc>
                <a:spcPct val="100000"/>
              </a:lnSpc>
              <a:spcBef>
                <a:spcPts val="360"/>
              </a:spcBef>
              <a:spcAft>
                <a:spcPts val="0"/>
              </a:spcAft>
              <a:buSzPts val="2700"/>
              <a:buFont typeface="Times New Roman"/>
              <a:buChar char="❏"/>
            </a:pPr>
            <a:r>
              <a:rPr lang="en-US" sz="2700" b="1" dirty="0">
                <a:latin typeface="Times New Roman"/>
                <a:ea typeface="Times New Roman"/>
                <a:cs typeface="Times New Roman"/>
                <a:sym typeface="Times New Roman"/>
              </a:rPr>
              <a:t>Motivation</a:t>
            </a:r>
            <a:endParaRPr dirty="0"/>
          </a:p>
          <a:p>
            <a:pPr marL="457200" lvl="0" indent="-228600" algn="just" rtl="0">
              <a:lnSpc>
                <a:spcPct val="100000"/>
              </a:lnSpc>
              <a:spcBef>
                <a:spcPts val="360"/>
              </a:spcBef>
              <a:spcAft>
                <a:spcPts val="0"/>
              </a:spcAft>
              <a:buSzPts val="2700"/>
              <a:buFont typeface="Times New Roman"/>
              <a:buNone/>
            </a:pPr>
            <a:endParaRPr sz="1600" b="1" dirty="0">
              <a:latin typeface="Times New Roman"/>
              <a:ea typeface="Times New Roman"/>
              <a:cs typeface="Times New Roman"/>
              <a:sym typeface="Times New Roman"/>
            </a:endParaRPr>
          </a:p>
          <a:p>
            <a:pPr lvl="0">
              <a:buFont typeface="Noto Sans Symbols"/>
              <a:buChar char="⮚"/>
            </a:pPr>
            <a:r>
              <a:rPr lang="en-US" sz="2200" dirty="0">
                <a:latin typeface="Times New Roman" panose="02020603050405020304" pitchFamily="18" charset="0"/>
                <a:cs typeface="Times New Roman" panose="02020603050405020304" pitchFamily="18" charset="0"/>
              </a:rPr>
              <a:t>The rapid growth of digital finance, cryptocurrency trading, and social media platforms has significantly increased the risk of investment scams and Ponzi schemes. Cybercriminals use platforms like WhatsApp, Telegram, and Twitter to promote fake investment offers with "guaranteed returns" targeting young and inexperienced investors</a:t>
            </a:r>
            <a:r>
              <a:rPr lang="en-US" sz="2200" dirty="0">
                <a:latin typeface="Times New Roman" panose="02020603050405020304" pitchFamily="18" charset="0"/>
                <a:ea typeface="Times New Roman"/>
                <a:cs typeface="Times New Roman" panose="02020603050405020304" pitchFamily="18" charset="0"/>
                <a:sym typeface="Times New Roman"/>
              </a:rPr>
              <a:t>.</a:t>
            </a:r>
            <a:endParaRPr sz="2200" dirty="0">
              <a:latin typeface="Times New Roman" panose="02020603050405020304" pitchFamily="18" charset="0"/>
              <a:cs typeface="Times New Roman" panose="02020603050405020304" pitchFamily="18" charset="0"/>
            </a:endParaRPr>
          </a:p>
          <a:p>
            <a:pPr marL="457200" lvl="0" indent="-228600" algn="l" rtl="0">
              <a:lnSpc>
                <a:spcPct val="100000"/>
              </a:lnSpc>
              <a:spcBef>
                <a:spcPts val="360"/>
              </a:spcBef>
              <a:spcAft>
                <a:spcPts val="0"/>
              </a:spcAft>
              <a:buSzPts val="1800"/>
              <a:buFont typeface="Noto Sans Symbols"/>
              <a:buNone/>
            </a:pPr>
            <a:endParaRPr sz="2200" dirty="0">
              <a:latin typeface="Times New Roman" panose="02020603050405020304" pitchFamily="18" charset="0"/>
              <a:ea typeface="Times New Roman"/>
              <a:cs typeface="Times New Roman" panose="02020603050405020304" pitchFamily="18" charset="0"/>
              <a:sym typeface="Times New Roman"/>
            </a:endParaRPr>
          </a:p>
          <a:p>
            <a:pPr lvl="0">
              <a:buFont typeface="Noto Sans Symbols"/>
              <a:buChar char="⮚"/>
            </a:pPr>
            <a:r>
              <a:rPr lang="en-US" sz="2200" dirty="0">
                <a:latin typeface="Times New Roman" panose="02020603050405020304" pitchFamily="18" charset="0"/>
                <a:cs typeface="Times New Roman" panose="02020603050405020304" pitchFamily="18" charset="0"/>
              </a:rPr>
              <a:t>With the advancement of machine learning and NLP techniques, it is now possible to analyze text patterns and automatically identify suspicious financial messages. Transformer models like </a:t>
            </a:r>
            <a:r>
              <a:rPr lang="en-US" sz="2200" dirty="0" err="1">
                <a:latin typeface="Times New Roman" panose="02020603050405020304" pitchFamily="18" charset="0"/>
                <a:cs typeface="Times New Roman" panose="02020603050405020304" pitchFamily="18" charset="0"/>
              </a:rPr>
              <a:t>FinBERT</a:t>
            </a:r>
            <a:r>
              <a:rPr lang="en-US" sz="2200" dirty="0">
                <a:latin typeface="Times New Roman" panose="02020603050405020304" pitchFamily="18" charset="0"/>
                <a:cs typeface="Times New Roman" panose="02020603050405020304" pitchFamily="18" charset="0"/>
              </a:rPr>
              <a:t> can understand financial language context, making scam detection more accurate than traditional keyword-based approaches</a:t>
            </a:r>
            <a:r>
              <a:rPr lang="en-US" sz="2200" dirty="0">
                <a:latin typeface="Times New Roman" panose="02020603050405020304" pitchFamily="18" charset="0"/>
                <a:ea typeface="Times New Roman"/>
                <a:cs typeface="Times New Roman" panose="02020603050405020304" pitchFamily="18" charset="0"/>
                <a:sym typeface="Times New Roman"/>
              </a:rPr>
              <a:t>.</a:t>
            </a:r>
            <a:endParaRPr sz="2200" dirty="0">
              <a:latin typeface="Times New Roman" panose="02020603050405020304" pitchFamily="18" charset="0"/>
              <a:cs typeface="Times New Roman" panose="02020603050405020304" pitchFamily="18" charset="0"/>
            </a:endParaRPr>
          </a:p>
        </p:txBody>
      </p:sp>
      <p:sp>
        <p:nvSpPr>
          <p:cNvPr id="116" name="Google Shape;116;p20"/>
          <p:cNvSpPr txBox="1">
            <a:spLocks noGrp="1"/>
          </p:cNvSpPr>
          <p:nvPr>
            <p:ph type="sldNum" idx="12"/>
          </p:nvPr>
        </p:nvSpPr>
        <p:spPr>
          <a:xfrm>
            <a:off x="6553200" y="6378575"/>
            <a:ext cx="2133600" cy="476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txBox="1">
            <a:spLocks noGrp="1"/>
          </p:cNvSpPr>
          <p:nvPr>
            <p:ph type="title"/>
          </p:nvPr>
        </p:nvSpPr>
        <p:spPr>
          <a:xfrm>
            <a:off x="457200" y="122237"/>
            <a:ext cx="8229600" cy="639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b="1">
                <a:latin typeface="Times New Roman"/>
                <a:ea typeface="Times New Roman"/>
                <a:cs typeface="Times New Roman"/>
                <a:sym typeface="Times New Roman"/>
              </a:rPr>
              <a:t>Introduction</a:t>
            </a:r>
            <a:endParaRPr b="1">
              <a:latin typeface="Times New Roman"/>
              <a:ea typeface="Times New Roman"/>
              <a:cs typeface="Times New Roman"/>
              <a:sym typeface="Times New Roman"/>
            </a:endParaRPr>
          </a:p>
        </p:txBody>
      </p:sp>
      <p:sp>
        <p:nvSpPr>
          <p:cNvPr id="123" name="Google Shape;123;p21"/>
          <p:cNvSpPr txBox="1">
            <a:spLocks noGrp="1"/>
          </p:cNvSpPr>
          <p:nvPr>
            <p:ph type="body" idx="1"/>
          </p:nvPr>
        </p:nvSpPr>
        <p:spPr>
          <a:xfrm>
            <a:off x="457200" y="979550"/>
            <a:ext cx="8229600" cy="5181600"/>
          </a:xfrm>
          <a:prstGeom prst="rect">
            <a:avLst/>
          </a:prstGeom>
          <a:noFill/>
          <a:ln>
            <a:noFill/>
          </a:ln>
        </p:spPr>
        <p:txBody>
          <a:bodyPr spcFirstLastPara="1" wrap="square" lIns="91425" tIns="45700" rIns="91425" bIns="45700" anchor="t" anchorCtr="0">
            <a:noAutofit/>
          </a:bodyPr>
          <a:lstStyle/>
          <a:p>
            <a:pPr marL="457200" lvl="0" indent="-400050" algn="just" rtl="0">
              <a:lnSpc>
                <a:spcPct val="100000"/>
              </a:lnSpc>
              <a:spcBef>
                <a:spcPts val="360"/>
              </a:spcBef>
              <a:spcAft>
                <a:spcPts val="0"/>
              </a:spcAft>
              <a:buSzPts val="2700"/>
              <a:buFont typeface="Times New Roman"/>
              <a:buChar char="❏"/>
            </a:pPr>
            <a:r>
              <a:rPr lang="en-US" sz="2700" b="1" dirty="0">
                <a:latin typeface="Times New Roman"/>
                <a:ea typeface="Times New Roman"/>
                <a:cs typeface="Times New Roman"/>
                <a:sym typeface="Times New Roman"/>
              </a:rPr>
              <a:t>Problem Statement</a:t>
            </a:r>
            <a:endParaRPr sz="2000" dirty="0">
              <a:latin typeface="Times New Roman"/>
              <a:ea typeface="Times New Roman"/>
              <a:cs typeface="Times New Roman"/>
              <a:sym typeface="Times New Roman"/>
            </a:endParaRPr>
          </a:p>
          <a:p>
            <a:pPr marL="400050" lvl="0" algn="just">
              <a:buSzPts val="2700"/>
              <a:buFont typeface="Noto Sans Symbols"/>
              <a:buChar char="⮚"/>
            </a:pPr>
            <a:r>
              <a:rPr lang="en-US" sz="2200" dirty="0">
                <a:latin typeface="Times New Roman" panose="02020603050405020304" pitchFamily="18" charset="0"/>
                <a:cs typeface="Times New Roman" panose="02020603050405020304" pitchFamily="18" charset="0"/>
              </a:rPr>
              <a:t>To design and develop an AI-based system that can automatically detect and classify social media messages as Legitimate financial discussions or Scam/Ponzi scheme promotions using a dual-engine machine learning pipeline combining TF-IDF and </a:t>
            </a:r>
            <a:r>
              <a:rPr lang="en-US" sz="2200" dirty="0" err="1">
                <a:latin typeface="Times New Roman" panose="02020603050405020304" pitchFamily="18" charset="0"/>
                <a:cs typeface="Times New Roman" panose="02020603050405020304" pitchFamily="18" charset="0"/>
              </a:rPr>
              <a:t>FinBERT</a:t>
            </a:r>
            <a:r>
              <a:rPr lang="en-US" sz="2200" dirty="0">
                <a:latin typeface="Times New Roman" panose="02020603050405020304" pitchFamily="18" charset="0"/>
                <a:cs typeface="Times New Roman" panose="02020603050405020304" pitchFamily="18" charset="0"/>
              </a:rPr>
              <a:t> features</a:t>
            </a:r>
            <a:r>
              <a:rPr lang="en-US" sz="2200" dirty="0">
                <a:latin typeface="Times New Roman" panose="02020603050405020304" pitchFamily="18" charset="0"/>
                <a:ea typeface="Times New Roman"/>
                <a:cs typeface="Times New Roman" panose="02020603050405020304" pitchFamily="18" charset="0"/>
                <a:sym typeface="Times New Roman"/>
              </a:rPr>
              <a:t>.</a:t>
            </a:r>
            <a:endParaRPr sz="2200" dirty="0">
              <a:latin typeface="Times New Roman" panose="02020603050405020304" pitchFamily="18" charset="0"/>
              <a:ea typeface="Times New Roman"/>
              <a:cs typeface="Times New Roman" panose="02020603050405020304" pitchFamily="18" charset="0"/>
              <a:sym typeface="Times New Roman"/>
            </a:endParaRPr>
          </a:p>
          <a:p>
            <a:pPr marL="57150" lvl="0" indent="0" algn="just" rtl="0">
              <a:lnSpc>
                <a:spcPct val="100000"/>
              </a:lnSpc>
              <a:spcBef>
                <a:spcPts val="360"/>
              </a:spcBef>
              <a:spcAft>
                <a:spcPts val="0"/>
              </a:spcAft>
              <a:buSzPts val="2700"/>
              <a:buNone/>
            </a:pPr>
            <a:endParaRPr dirty="0">
              <a:latin typeface="Times New Roman"/>
              <a:ea typeface="Times New Roman"/>
              <a:cs typeface="Times New Roman"/>
              <a:sym typeface="Times New Roman"/>
            </a:endParaRPr>
          </a:p>
        </p:txBody>
      </p:sp>
      <p:sp>
        <p:nvSpPr>
          <p:cNvPr id="124" name="Google Shape;124;p21"/>
          <p:cNvSpPr txBox="1">
            <a:spLocks noGrp="1"/>
          </p:cNvSpPr>
          <p:nvPr>
            <p:ph type="sldNum" idx="12"/>
          </p:nvPr>
        </p:nvSpPr>
        <p:spPr>
          <a:xfrm>
            <a:off x="6553200" y="6378575"/>
            <a:ext cx="2133600" cy="476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457200" y="122237"/>
            <a:ext cx="8229600" cy="639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n-US" b="1" dirty="0">
                <a:solidFill>
                  <a:schemeClr val="dk1"/>
                </a:solidFill>
                <a:latin typeface="Times New Roman"/>
                <a:ea typeface="Times New Roman"/>
                <a:cs typeface="Times New Roman"/>
                <a:sym typeface="Times New Roman"/>
              </a:rPr>
              <a:t>Introduction</a:t>
            </a:r>
            <a:endParaRPr b="1" dirty="0">
              <a:latin typeface="Times New Roman"/>
              <a:ea typeface="Times New Roman"/>
              <a:cs typeface="Times New Roman"/>
              <a:sym typeface="Times New Roman"/>
            </a:endParaRPr>
          </a:p>
        </p:txBody>
      </p:sp>
      <p:sp>
        <p:nvSpPr>
          <p:cNvPr id="131" name="Google Shape;131;p22"/>
          <p:cNvSpPr txBox="1">
            <a:spLocks noGrp="1"/>
          </p:cNvSpPr>
          <p:nvPr>
            <p:ph type="body" idx="1"/>
          </p:nvPr>
        </p:nvSpPr>
        <p:spPr>
          <a:xfrm>
            <a:off x="381785" y="979556"/>
            <a:ext cx="8517300" cy="5181600"/>
          </a:xfrm>
          <a:prstGeom prst="rect">
            <a:avLst/>
          </a:prstGeom>
          <a:noFill/>
          <a:ln>
            <a:noFill/>
          </a:ln>
        </p:spPr>
        <p:txBody>
          <a:bodyPr spcFirstLastPara="1" wrap="square" lIns="91425" tIns="45700" rIns="91425" bIns="45700" anchor="t" anchorCtr="0">
            <a:noAutofit/>
          </a:bodyPr>
          <a:lstStyle/>
          <a:p>
            <a:pPr marL="457200" lvl="0" indent="-400050" algn="l" rtl="0">
              <a:lnSpc>
                <a:spcPct val="100000"/>
              </a:lnSpc>
              <a:spcBef>
                <a:spcPts val="0"/>
              </a:spcBef>
              <a:spcAft>
                <a:spcPts val="0"/>
              </a:spcAft>
              <a:buSzPts val="2700"/>
              <a:buFont typeface="Times New Roman"/>
              <a:buChar char="❏"/>
            </a:pPr>
            <a:r>
              <a:rPr lang="en-US" sz="2200" b="1" dirty="0">
                <a:latin typeface="Times New Roman" panose="02020603050405020304" pitchFamily="18" charset="0"/>
                <a:ea typeface="Times New Roman"/>
                <a:cs typeface="Times New Roman" panose="02020603050405020304" pitchFamily="18" charset="0"/>
                <a:sym typeface="Times New Roman"/>
              </a:rPr>
              <a:t>Objectives</a:t>
            </a:r>
            <a:endParaRPr sz="2200" b="1" dirty="0">
              <a:latin typeface="Times New Roman" panose="02020603050405020304" pitchFamily="18" charset="0"/>
              <a:ea typeface="Times New Roman"/>
              <a:cs typeface="Times New Roman" panose="02020603050405020304" pitchFamily="18" charset="0"/>
              <a:sym typeface="Times New Roman"/>
            </a:endParaRPr>
          </a:p>
          <a:p>
            <a:pPr lvl="0" indent="-355600">
              <a:buSzPts val="2000"/>
              <a:buFont typeface="Times New Roman"/>
              <a:buChar char="➢"/>
            </a:pPr>
            <a:r>
              <a:rPr lang="en-US" sz="2200" dirty="0">
                <a:latin typeface="Times New Roman" panose="02020603050405020304" pitchFamily="18" charset="0"/>
                <a:cs typeface="Times New Roman" panose="02020603050405020304" pitchFamily="18" charset="0"/>
              </a:rPr>
              <a:t>To develop an automated scam detection system using machine learning and Natural Language Processing techniques</a:t>
            </a:r>
            <a:r>
              <a:rPr lang="en-US" sz="2200" dirty="0">
                <a:latin typeface="Times New Roman" panose="02020603050405020304" pitchFamily="18" charset="0"/>
                <a:ea typeface="Times New Roman"/>
                <a:cs typeface="Times New Roman" panose="02020603050405020304" pitchFamily="18" charset="0"/>
                <a:sym typeface="Times New Roman"/>
              </a:rPr>
              <a:t>.</a:t>
            </a:r>
          </a:p>
          <a:p>
            <a:pPr marL="101600" lvl="0" indent="0">
              <a:buSzPts val="2000"/>
              <a:buNone/>
            </a:pPr>
            <a:endParaRPr sz="2200" dirty="0">
              <a:latin typeface="Times New Roman" panose="02020603050405020304" pitchFamily="18" charset="0"/>
              <a:cs typeface="Times New Roman" panose="02020603050405020304" pitchFamily="18" charset="0"/>
            </a:endParaRPr>
          </a:p>
          <a:p>
            <a:pPr lvl="0" indent="-355600">
              <a:buSzPts val="2000"/>
              <a:buFont typeface="Times New Roman"/>
              <a:buChar char="➢"/>
            </a:pPr>
            <a:r>
              <a:rPr lang="en-US" sz="2200" dirty="0">
                <a:latin typeface="Times New Roman" panose="02020603050405020304" pitchFamily="18" charset="0"/>
                <a:cs typeface="Times New Roman" panose="02020603050405020304" pitchFamily="18" charset="0"/>
              </a:rPr>
              <a:t>To analyze social media messages and financial text data to identify patterns related to investment scams and Ponzi schemes</a:t>
            </a:r>
            <a:r>
              <a:rPr lang="en-US" sz="2200" dirty="0">
                <a:latin typeface="Times New Roman" panose="02020603050405020304" pitchFamily="18" charset="0"/>
                <a:ea typeface="Times New Roman"/>
                <a:cs typeface="Times New Roman" panose="02020603050405020304" pitchFamily="18" charset="0"/>
                <a:sym typeface="Times New Roman"/>
              </a:rPr>
              <a:t>.</a:t>
            </a:r>
          </a:p>
          <a:p>
            <a:pPr marL="101600" lvl="0" indent="0">
              <a:buSzPts val="2000"/>
              <a:buNone/>
            </a:pPr>
            <a:endParaRPr sz="2200" dirty="0">
              <a:latin typeface="Times New Roman" panose="02020603050405020304" pitchFamily="18" charset="0"/>
              <a:cs typeface="Times New Roman" panose="02020603050405020304" pitchFamily="18" charset="0"/>
            </a:endParaRPr>
          </a:p>
          <a:p>
            <a:pPr lvl="0" indent="-355600">
              <a:buSzPts val="2000"/>
              <a:buFont typeface="Times New Roman"/>
              <a:buChar char="➢"/>
            </a:pPr>
            <a:r>
              <a:rPr lang="en-US" sz="2200" dirty="0">
                <a:latin typeface="Times New Roman" panose="02020603050405020304" pitchFamily="18" charset="0"/>
                <a:cs typeface="Times New Roman" panose="02020603050405020304" pitchFamily="18" charset="0"/>
              </a:rPr>
              <a:t>To improve the accuracy and efficiency of fraud detection compared to traditional rule-based systems by using a dual-engine pipeline combining TF-IDF and </a:t>
            </a:r>
            <a:r>
              <a:rPr lang="en-US" sz="2200" dirty="0" err="1">
                <a:latin typeface="Times New Roman" panose="02020603050405020304" pitchFamily="18" charset="0"/>
                <a:cs typeface="Times New Roman" panose="02020603050405020304" pitchFamily="18" charset="0"/>
              </a:rPr>
              <a:t>FinBERT</a:t>
            </a:r>
            <a:r>
              <a:rPr lang="en-US" sz="2200" dirty="0">
                <a:latin typeface="Times New Roman" panose="02020603050405020304" pitchFamily="18" charset="0"/>
                <a:ea typeface="Times New Roman"/>
                <a:cs typeface="Times New Roman" panose="02020603050405020304" pitchFamily="18" charset="0"/>
                <a:sym typeface="Times New Roman"/>
              </a:rPr>
              <a:t>.</a:t>
            </a:r>
          </a:p>
          <a:p>
            <a:pPr marL="101600" lvl="0" indent="0">
              <a:buSzPts val="2000"/>
              <a:buNone/>
            </a:pPr>
            <a:endParaRPr sz="2200" dirty="0">
              <a:latin typeface="Times New Roman" panose="02020603050405020304" pitchFamily="18" charset="0"/>
              <a:cs typeface="Times New Roman" panose="02020603050405020304" pitchFamily="18" charset="0"/>
            </a:endParaRPr>
          </a:p>
          <a:p>
            <a:pPr lvl="0" indent="-355600">
              <a:buSzPts val="2000"/>
              <a:buFont typeface="Times New Roman"/>
              <a:buChar char="➢"/>
            </a:pPr>
            <a:r>
              <a:rPr lang="en-US" sz="2200" dirty="0">
                <a:latin typeface="Times New Roman" panose="02020603050405020304" pitchFamily="18" charset="0"/>
                <a:cs typeface="Times New Roman" panose="02020603050405020304" pitchFamily="18" charset="0"/>
              </a:rPr>
              <a:t>To provide an explainable and reliable system that helps users detect and prevent online financial scams using LIME-based word-level indicators</a:t>
            </a:r>
            <a:r>
              <a:rPr lang="en-US" sz="2200" dirty="0">
                <a:latin typeface="Times New Roman" panose="02020603050405020304" pitchFamily="18" charset="0"/>
                <a:ea typeface="Times New Roman"/>
                <a:cs typeface="Times New Roman" panose="02020603050405020304" pitchFamily="18" charset="0"/>
                <a:sym typeface="Times New Roman"/>
              </a:rPr>
              <a:t>.</a:t>
            </a:r>
            <a:endParaRPr sz="2200" dirty="0">
              <a:latin typeface="Times New Roman" panose="02020603050405020304" pitchFamily="18" charset="0"/>
              <a:ea typeface="Times New Roman"/>
              <a:cs typeface="Times New Roman" panose="02020603050405020304" pitchFamily="18" charset="0"/>
              <a:sym typeface="Times New Roman"/>
            </a:endParaRPr>
          </a:p>
        </p:txBody>
      </p:sp>
      <p:sp>
        <p:nvSpPr>
          <p:cNvPr id="132" name="Google Shape;132;p22"/>
          <p:cNvSpPr txBox="1">
            <a:spLocks noGrp="1"/>
          </p:cNvSpPr>
          <p:nvPr>
            <p:ph type="sldNum" idx="12"/>
          </p:nvPr>
        </p:nvSpPr>
        <p:spPr>
          <a:xfrm>
            <a:off x="6553200" y="6378575"/>
            <a:ext cx="2133600" cy="476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3"/>
          <p:cNvSpPr txBox="1">
            <a:spLocks noGrp="1"/>
          </p:cNvSpPr>
          <p:nvPr>
            <p:ph type="title"/>
          </p:nvPr>
        </p:nvSpPr>
        <p:spPr>
          <a:xfrm>
            <a:off x="457200" y="122237"/>
            <a:ext cx="8229600" cy="639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b="1">
                <a:latin typeface="Times New Roman"/>
                <a:ea typeface="Times New Roman"/>
                <a:cs typeface="Times New Roman"/>
                <a:sym typeface="Times New Roman"/>
              </a:rPr>
              <a:t>Introduction</a:t>
            </a:r>
            <a:endParaRPr b="1">
              <a:latin typeface="Times New Roman"/>
              <a:ea typeface="Times New Roman"/>
              <a:cs typeface="Times New Roman"/>
              <a:sym typeface="Times New Roman"/>
            </a:endParaRPr>
          </a:p>
        </p:txBody>
      </p:sp>
      <p:sp>
        <p:nvSpPr>
          <p:cNvPr id="139" name="Google Shape;139;p23"/>
          <p:cNvSpPr txBox="1">
            <a:spLocks noGrp="1"/>
          </p:cNvSpPr>
          <p:nvPr>
            <p:ph type="body" idx="1"/>
          </p:nvPr>
        </p:nvSpPr>
        <p:spPr>
          <a:xfrm>
            <a:off x="457200" y="979550"/>
            <a:ext cx="8229600" cy="5181600"/>
          </a:xfrm>
          <a:prstGeom prst="rect">
            <a:avLst/>
          </a:prstGeom>
          <a:noFill/>
          <a:ln>
            <a:noFill/>
          </a:ln>
        </p:spPr>
        <p:txBody>
          <a:bodyPr spcFirstLastPara="1" wrap="square" lIns="91425" tIns="45700" rIns="91425" bIns="45700" anchor="t" anchorCtr="0">
            <a:noAutofit/>
          </a:bodyPr>
          <a:lstStyle/>
          <a:p>
            <a:pPr marL="457200" lvl="0" indent="-400050" algn="just" rtl="0">
              <a:lnSpc>
                <a:spcPct val="100000"/>
              </a:lnSpc>
              <a:spcBef>
                <a:spcPts val="360"/>
              </a:spcBef>
              <a:spcAft>
                <a:spcPts val="0"/>
              </a:spcAft>
              <a:buSzPts val="2700"/>
              <a:buFont typeface="Times New Roman"/>
              <a:buChar char="❏"/>
            </a:pPr>
            <a:r>
              <a:rPr lang="en-US" sz="2700" b="1">
                <a:latin typeface="Times New Roman"/>
                <a:ea typeface="Times New Roman"/>
                <a:cs typeface="Times New Roman"/>
                <a:sym typeface="Times New Roman"/>
              </a:rPr>
              <a:t>Scope</a:t>
            </a:r>
            <a:endParaRPr sz="2700" b="1">
              <a:latin typeface="Times New Roman"/>
              <a:ea typeface="Times New Roman"/>
              <a:cs typeface="Times New Roman"/>
              <a:sym typeface="Times New Roman"/>
            </a:endParaRPr>
          </a:p>
          <a:p>
            <a:pPr marL="914400" lvl="0" indent="0" algn="just" rtl="0">
              <a:lnSpc>
                <a:spcPct val="100000"/>
              </a:lnSpc>
              <a:spcBef>
                <a:spcPts val="360"/>
              </a:spcBef>
              <a:spcAft>
                <a:spcPts val="0"/>
              </a:spcAft>
              <a:buSzPts val="1800"/>
              <a:buNone/>
            </a:pPr>
            <a:endParaRPr sz="1600" b="1">
              <a:latin typeface="Times New Roman"/>
              <a:ea typeface="Times New Roman"/>
              <a:cs typeface="Times New Roman"/>
              <a:sym typeface="Times New Roman"/>
            </a:endParaRPr>
          </a:p>
        </p:txBody>
      </p:sp>
      <p:sp>
        <p:nvSpPr>
          <p:cNvPr id="140" name="Google Shape;140;p23"/>
          <p:cNvSpPr txBox="1">
            <a:spLocks noGrp="1"/>
          </p:cNvSpPr>
          <p:nvPr>
            <p:ph type="sldNum" idx="12"/>
          </p:nvPr>
        </p:nvSpPr>
        <p:spPr>
          <a:xfrm>
            <a:off x="6553200" y="6378575"/>
            <a:ext cx="2133600" cy="476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
        <p:nvSpPr>
          <p:cNvPr id="141" name="Google Shape;141;p23"/>
          <p:cNvSpPr txBox="1"/>
          <p:nvPr/>
        </p:nvSpPr>
        <p:spPr>
          <a:xfrm>
            <a:off x="457200" y="1740310"/>
            <a:ext cx="8391832" cy="4493497"/>
          </a:xfrm>
          <a:prstGeom prst="rect">
            <a:avLst/>
          </a:prstGeom>
          <a:noFill/>
          <a:ln>
            <a:noFill/>
          </a:ln>
        </p:spPr>
        <p:txBody>
          <a:bodyPr spcFirstLastPara="1" wrap="square" lIns="91425" tIns="45700" rIns="91425" bIns="45700" anchor="t" anchorCtr="0">
            <a:spAutoFit/>
          </a:bodyPr>
          <a:lstStyle/>
          <a:p>
            <a:pPr marL="285750" lvl="0" indent="-285750">
              <a:buSzPts val="2200"/>
              <a:buFont typeface="Noto Sans Symbols"/>
              <a:buChar char="⮚"/>
            </a:pPr>
            <a:r>
              <a:rPr lang="en-US" sz="2200" dirty="0">
                <a:latin typeface="Times New Roman" panose="02020603050405020304" pitchFamily="18" charset="0"/>
                <a:cs typeface="Times New Roman" panose="02020603050405020304" pitchFamily="18" charset="0"/>
              </a:rPr>
              <a:t>This project focuses on detecting fake investment scams and Ponzi schemes by analyzing social media text messages using machine learning algorithms and transformer-based NLP models</a:t>
            </a:r>
            <a:r>
              <a:rPr lang="en-US" sz="2200" i="0" u="none" strike="noStrike" cap="none" dirty="0">
                <a:solidFill>
                  <a:srgbClr val="000000"/>
                </a:solidFill>
                <a:latin typeface="Times New Roman" panose="02020603050405020304" pitchFamily="18" charset="0"/>
                <a:ea typeface="Tahoma" panose="020B0604030504040204" pitchFamily="34" charset="0"/>
                <a:cs typeface="Times New Roman" panose="02020603050405020304" pitchFamily="18" charset="0"/>
                <a:sym typeface="Times New Roman"/>
              </a:rPr>
              <a:t>.</a:t>
            </a:r>
            <a:endParaRPr sz="2200" dirty="0">
              <a:latin typeface="Times New Roman" panose="02020603050405020304" pitchFamily="18" charset="0"/>
              <a:ea typeface="Tahoma" panose="020B0604030504040204" pitchFamily="34" charset="0"/>
              <a:cs typeface="Times New Roman" panose="02020603050405020304" pitchFamily="18" charset="0"/>
            </a:endParaRPr>
          </a:p>
          <a:p>
            <a:pPr marL="285750" marR="0" lvl="0" indent="-146050" algn="l" rtl="0">
              <a:lnSpc>
                <a:spcPct val="100000"/>
              </a:lnSpc>
              <a:spcBef>
                <a:spcPts val="0"/>
              </a:spcBef>
              <a:spcAft>
                <a:spcPts val="0"/>
              </a:spcAft>
              <a:buClr>
                <a:srgbClr val="000000"/>
              </a:buClr>
              <a:buSzPts val="2200"/>
              <a:buFont typeface="Noto Sans Symbols"/>
              <a:buNone/>
            </a:pPr>
            <a:endParaRPr sz="2200" i="0" u="none" strike="noStrike" cap="none" dirty="0">
              <a:solidFill>
                <a:srgbClr val="000000"/>
              </a:solidFill>
              <a:latin typeface="Times New Roman" panose="02020603050405020304" pitchFamily="18" charset="0"/>
              <a:ea typeface="Tahoma" panose="020B0604030504040204" pitchFamily="34" charset="0"/>
              <a:cs typeface="Times New Roman" panose="02020603050405020304" pitchFamily="18" charset="0"/>
              <a:sym typeface="Times New Roman"/>
            </a:endParaRPr>
          </a:p>
          <a:p>
            <a:pPr marL="285750" lvl="0" indent="-285750">
              <a:buSzPts val="2200"/>
              <a:buFont typeface="Noto Sans Symbols"/>
              <a:buChar char="⮚"/>
            </a:pPr>
            <a:r>
              <a:rPr lang="en-US" sz="2200" dirty="0">
                <a:latin typeface="Times New Roman" panose="02020603050405020304" pitchFamily="18" charset="0"/>
                <a:cs typeface="Times New Roman" panose="02020603050405020304" pitchFamily="18" charset="0"/>
              </a:rPr>
              <a:t>The system can help reduce financial risks by identifying suspicious investment promotions and alerting users about potential fraud. It improves efficiency by automating the detection process and minimizing human intervention</a:t>
            </a:r>
            <a:r>
              <a:rPr lang="en-US" sz="2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t>
            </a:r>
            <a:endParaRPr sz="2200" dirty="0">
              <a:latin typeface="Times New Roman" panose="02020603050405020304" pitchFamily="18" charset="0"/>
              <a:cs typeface="Times New Roman" panose="02020603050405020304" pitchFamily="18" charset="0"/>
            </a:endParaRPr>
          </a:p>
          <a:p>
            <a:pPr marL="285750" marR="0" lvl="0" indent="-146050" algn="l" rtl="0">
              <a:lnSpc>
                <a:spcPct val="100000"/>
              </a:lnSpc>
              <a:spcBef>
                <a:spcPts val="0"/>
              </a:spcBef>
              <a:spcAft>
                <a:spcPts val="0"/>
              </a:spcAft>
              <a:buClr>
                <a:srgbClr val="000000"/>
              </a:buClr>
              <a:buSzPts val="2200"/>
              <a:buFont typeface="Noto Sans Symbols"/>
              <a:buNone/>
            </a:pPr>
            <a:endParaRPr sz="2200" b="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285750" lvl="0" indent="-285750">
              <a:buSzPts val="2200"/>
              <a:buFont typeface="Noto Sans Symbols"/>
              <a:buChar char="⮚"/>
            </a:pPr>
            <a:r>
              <a:rPr lang="en-US" sz="2200" dirty="0">
                <a:latin typeface="Times New Roman" panose="02020603050405020304" pitchFamily="18" charset="0"/>
                <a:cs typeface="Times New Roman" panose="02020603050405020304" pitchFamily="18" charset="0"/>
              </a:rPr>
              <a:t>The proposed system can be applied in multiple domains such as social media platforms, messaging applications like WhatsApp and Telegram, cryptocurrency exchanges, and cybersecurity monitoring applications.</a:t>
            </a:r>
            <a:endParaRPr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4"/>
          <p:cNvSpPr txBox="1">
            <a:spLocks noGrp="1"/>
          </p:cNvSpPr>
          <p:nvPr>
            <p:ph type="title"/>
          </p:nvPr>
        </p:nvSpPr>
        <p:spPr>
          <a:xfrm>
            <a:off x="457200" y="122237"/>
            <a:ext cx="8229600" cy="6397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Times New Roman"/>
              <a:buNone/>
            </a:pPr>
            <a:r>
              <a:rPr lang="en-US" sz="3200" b="1" i="0" u="none">
                <a:solidFill>
                  <a:schemeClr val="dk2"/>
                </a:solidFill>
                <a:latin typeface="Times New Roman"/>
                <a:ea typeface="Times New Roman"/>
                <a:cs typeface="Times New Roman"/>
                <a:sym typeface="Times New Roman"/>
              </a:rPr>
              <a:t>Review of Existing Literature</a:t>
            </a:r>
            <a:endParaRPr/>
          </a:p>
        </p:txBody>
      </p:sp>
      <p:sp>
        <p:nvSpPr>
          <p:cNvPr id="147" name="Google Shape;147;p24"/>
          <p:cNvSpPr txBox="1"/>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
        <p:nvSpPr>
          <p:cNvPr id="148" name="Google Shape;148;p24"/>
          <p:cNvSpPr txBox="1">
            <a:spLocks noGrp="1"/>
          </p:cNvSpPr>
          <p:nvPr>
            <p:ph type="body" idx="1"/>
          </p:nvPr>
        </p:nvSpPr>
        <p:spPr>
          <a:xfrm>
            <a:off x="457200" y="979488"/>
            <a:ext cx="8229600" cy="5181600"/>
          </a:xfrm>
          <a:prstGeom prst="rect">
            <a:avLst/>
          </a:prstGeom>
          <a:noFill/>
          <a:ln>
            <a:noFill/>
          </a:ln>
        </p:spPr>
        <p:txBody>
          <a:bodyPr spcFirstLastPara="1" wrap="square" lIns="91425" tIns="45700" rIns="91425" bIns="45700" anchor="t" anchorCtr="0">
            <a:noAutofit/>
          </a:bodyPr>
          <a:lstStyle/>
          <a:p>
            <a:pPr marL="64770" lvl="0" indent="0" algn="l" rtl="0">
              <a:lnSpc>
                <a:spcPct val="111666"/>
              </a:lnSpc>
              <a:spcBef>
                <a:spcPts val="0"/>
              </a:spcBef>
              <a:spcAft>
                <a:spcPts val="0"/>
              </a:spcAft>
              <a:buClr>
                <a:schemeClr val="dk1"/>
              </a:buClr>
              <a:buSzPts val="1100"/>
              <a:buFont typeface="Arial"/>
              <a:buNone/>
            </a:pPr>
            <a:endParaRPr sz="2000" b="1">
              <a:latin typeface="Times New Roman"/>
              <a:ea typeface="Times New Roman"/>
              <a:cs typeface="Times New Roman"/>
              <a:sym typeface="Times New Roman"/>
            </a:endParaRPr>
          </a:p>
          <a:p>
            <a:pPr marL="0" lvl="0" indent="0" algn="just" rtl="0">
              <a:lnSpc>
                <a:spcPct val="111666"/>
              </a:lnSpc>
              <a:spcBef>
                <a:spcPts val="0"/>
              </a:spcBef>
              <a:spcAft>
                <a:spcPts val="0"/>
              </a:spcAft>
              <a:buClr>
                <a:schemeClr val="dk1"/>
              </a:buClr>
              <a:buSzPts val="1100"/>
              <a:buFont typeface="Arial"/>
              <a:buNone/>
            </a:pPr>
            <a:endParaRPr sz="2000">
              <a:latin typeface="Times New Roman"/>
              <a:ea typeface="Times New Roman"/>
              <a:cs typeface="Times New Roman"/>
              <a:sym typeface="Times New Roman"/>
            </a:endParaRPr>
          </a:p>
        </p:txBody>
      </p:sp>
      <p:graphicFrame>
        <p:nvGraphicFramePr>
          <p:cNvPr id="4" name="Table 3">
            <a:extLst>
              <a:ext uri="{FF2B5EF4-FFF2-40B4-BE49-F238E27FC236}">
                <a16:creationId xmlns:a16="http://schemas.microsoft.com/office/drawing/2014/main" id="{EC67B072-4C1D-C107-A04A-73542C53B04C}"/>
              </a:ext>
            </a:extLst>
          </p:cNvPr>
          <p:cNvGraphicFramePr>
            <a:graphicFrameLocks noGrp="1"/>
          </p:cNvGraphicFramePr>
          <p:nvPr>
            <p:extLst>
              <p:ext uri="{D42A27DB-BD31-4B8C-83A1-F6EECF244321}">
                <p14:modId xmlns:p14="http://schemas.microsoft.com/office/powerpoint/2010/main" val="98442377"/>
              </p:ext>
            </p:extLst>
          </p:nvPr>
        </p:nvGraphicFramePr>
        <p:xfrm>
          <a:off x="98323" y="1101213"/>
          <a:ext cx="8927689" cy="5040982"/>
        </p:xfrm>
        <a:graphic>
          <a:graphicData uri="http://schemas.openxmlformats.org/drawingml/2006/table">
            <a:tbl>
              <a:tblPr firstRow="1" bandRow="1">
                <a:tableStyleId>{D2D0D310-4A35-4D44-8B9F-46EC61DE6F19}</a:tableStyleId>
              </a:tblPr>
              <a:tblGrid>
                <a:gridCol w="743137">
                  <a:extLst>
                    <a:ext uri="{9D8B030D-6E8A-4147-A177-3AD203B41FA5}">
                      <a16:colId xmlns:a16="http://schemas.microsoft.com/office/drawing/2014/main" val="4221639733"/>
                    </a:ext>
                  </a:extLst>
                </a:gridCol>
                <a:gridCol w="2088553">
                  <a:extLst>
                    <a:ext uri="{9D8B030D-6E8A-4147-A177-3AD203B41FA5}">
                      <a16:colId xmlns:a16="http://schemas.microsoft.com/office/drawing/2014/main" val="1370505553"/>
                    </a:ext>
                  </a:extLst>
                </a:gridCol>
                <a:gridCol w="1546794">
                  <a:extLst>
                    <a:ext uri="{9D8B030D-6E8A-4147-A177-3AD203B41FA5}">
                      <a16:colId xmlns:a16="http://schemas.microsoft.com/office/drawing/2014/main" val="2961950847"/>
                    </a:ext>
                  </a:extLst>
                </a:gridCol>
                <a:gridCol w="2440303">
                  <a:extLst>
                    <a:ext uri="{9D8B030D-6E8A-4147-A177-3AD203B41FA5}">
                      <a16:colId xmlns:a16="http://schemas.microsoft.com/office/drawing/2014/main" val="3915326035"/>
                    </a:ext>
                  </a:extLst>
                </a:gridCol>
                <a:gridCol w="2108902">
                  <a:extLst>
                    <a:ext uri="{9D8B030D-6E8A-4147-A177-3AD203B41FA5}">
                      <a16:colId xmlns:a16="http://schemas.microsoft.com/office/drawing/2014/main" val="115088472"/>
                    </a:ext>
                  </a:extLst>
                </a:gridCol>
              </a:tblGrid>
              <a:tr h="599768">
                <a:tc>
                  <a:txBody>
                    <a:bodyPr/>
                    <a:lstStyle/>
                    <a:p>
                      <a:pPr algn="l">
                        <a:buNone/>
                      </a:pPr>
                      <a:r>
                        <a:rPr lang="en-IN" sz="1200" b="0" dirty="0">
                          <a:effectLst/>
                          <a:latin typeface="Times New Roman" panose="02020603050405020304" pitchFamily="18" charset="0"/>
                          <a:cs typeface="Times New Roman" panose="02020603050405020304" pitchFamily="18" charset="0"/>
                        </a:rPr>
                        <a:t>Sr. No.</a:t>
                      </a:r>
                    </a:p>
                  </a:txBody>
                  <a:tcPr anchor="ctr"/>
                </a:tc>
                <a:tc>
                  <a:txBody>
                    <a:bodyPr/>
                    <a:lstStyle/>
                    <a:p>
                      <a:pPr algn="l">
                        <a:buNone/>
                      </a:pPr>
                      <a:r>
                        <a:rPr lang="en-IN" sz="1200" b="0" dirty="0">
                          <a:effectLst/>
                          <a:latin typeface="Times New Roman" panose="02020603050405020304" pitchFamily="18" charset="0"/>
                          <a:cs typeface="Times New Roman" panose="02020603050405020304" pitchFamily="18" charset="0"/>
                        </a:rPr>
                        <a:t>Paper Title</a:t>
                      </a:r>
                    </a:p>
                  </a:txBody>
                  <a:tcPr anchor="ctr"/>
                </a:tc>
                <a:tc>
                  <a:txBody>
                    <a:bodyPr/>
                    <a:lstStyle/>
                    <a:p>
                      <a:pPr algn="l">
                        <a:buNone/>
                      </a:pPr>
                      <a:r>
                        <a:rPr lang="en-IN" sz="1200" b="0" dirty="0">
                          <a:effectLst/>
                          <a:latin typeface="Times New Roman" panose="02020603050405020304" pitchFamily="18" charset="0"/>
                          <a:cs typeface="Times New Roman" panose="02020603050405020304" pitchFamily="18" charset="0"/>
                        </a:rPr>
                        <a:t>Author &amp; Year</a:t>
                      </a:r>
                    </a:p>
                  </a:txBody>
                  <a:tcPr anchor="ctr"/>
                </a:tc>
                <a:tc>
                  <a:txBody>
                    <a:bodyPr/>
                    <a:lstStyle/>
                    <a:p>
                      <a:pPr algn="l">
                        <a:buNone/>
                      </a:pPr>
                      <a:r>
                        <a:rPr lang="en-IN" sz="1200" b="0" dirty="0">
                          <a:effectLst/>
                          <a:latin typeface="Times New Roman" panose="02020603050405020304" pitchFamily="18" charset="0"/>
                          <a:cs typeface="Times New Roman" panose="02020603050405020304" pitchFamily="18" charset="0"/>
                        </a:rPr>
                        <a:t>Technique Used</a:t>
                      </a:r>
                    </a:p>
                  </a:txBody>
                  <a:tcPr anchor="ctr"/>
                </a:tc>
                <a:tc>
                  <a:txBody>
                    <a:bodyPr/>
                    <a:lstStyle/>
                    <a:p>
                      <a:pPr algn="l">
                        <a:buNone/>
                      </a:pPr>
                      <a:r>
                        <a:rPr lang="en-IN" sz="1200" b="0" dirty="0">
                          <a:effectLst/>
                          <a:latin typeface="Times New Roman" panose="02020603050405020304" pitchFamily="18" charset="0"/>
                          <a:cs typeface="Times New Roman" panose="02020603050405020304" pitchFamily="18" charset="0"/>
                        </a:rPr>
                        <a:t>Limitation</a:t>
                      </a:r>
                    </a:p>
                  </a:txBody>
                  <a:tcPr anchor="ctr"/>
                </a:tc>
                <a:extLst>
                  <a:ext uri="{0D108BD9-81ED-4DB2-BD59-A6C34878D82A}">
                    <a16:rowId xmlns:a16="http://schemas.microsoft.com/office/drawing/2014/main" val="1389211180"/>
                  </a:ext>
                </a:extLst>
              </a:tr>
              <a:tr h="894735">
                <a:tc>
                  <a:txBody>
                    <a:bodyPr/>
                    <a:lstStyle/>
                    <a:p>
                      <a:pPr>
                        <a:buNone/>
                      </a:pPr>
                      <a:r>
                        <a:rPr lang="en-IN" sz="1200" dirty="0">
                          <a:effectLst/>
                          <a:latin typeface="Times New Roman" panose="02020603050405020304" pitchFamily="18" charset="0"/>
                          <a:cs typeface="Times New Roman" panose="02020603050405020304" pitchFamily="18" charset="0"/>
                        </a:rPr>
                        <a:t>1</a:t>
                      </a:r>
                    </a:p>
                  </a:txBody>
                  <a:tcPr anchor="ctr"/>
                </a:tc>
                <a:tc>
                  <a:txBody>
                    <a:bodyPr/>
                    <a:lstStyle/>
                    <a:p>
                      <a:pPr>
                        <a:buNone/>
                      </a:pPr>
                      <a:r>
                        <a:rPr lang="en-US" sz="1200" dirty="0" err="1">
                          <a:effectLst/>
                          <a:latin typeface="Times New Roman" panose="02020603050405020304" pitchFamily="18" charset="0"/>
                          <a:cs typeface="Times New Roman" panose="02020603050405020304" pitchFamily="18" charset="0"/>
                        </a:rPr>
                        <a:t>FinBERT</a:t>
                      </a:r>
                      <a:r>
                        <a:rPr lang="en-US" sz="1200" dirty="0">
                          <a:effectLst/>
                          <a:latin typeface="Times New Roman" panose="02020603050405020304" pitchFamily="18" charset="0"/>
                          <a:cs typeface="Times New Roman" panose="02020603050405020304" pitchFamily="18" charset="0"/>
                        </a:rPr>
                        <a:t>: Financial Sentiment Analysis with Pre-trained Language Models</a:t>
                      </a:r>
                    </a:p>
                  </a:txBody>
                  <a:tcPr anchor="ctr"/>
                </a:tc>
                <a:tc>
                  <a:txBody>
                    <a:bodyPr/>
                    <a:lstStyle/>
                    <a:p>
                      <a:pPr>
                        <a:buNone/>
                      </a:pPr>
                      <a:r>
                        <a:rPr lang="en-IN" sz="1200" dirty="0">
                          <a:effectLst/>
                          <a:latin typeface="Times New Roman" panose="02020603050405020304" pitchFamily="18" charset="0"/>
                          <a:cs typeface="Times New Roman" panose="02020603050405020304" pitchFamily="18" charset="0"/>
                        </a:rPr>
                        <a:t>Araci, 2019</a:t>
                      </a:r>
                    </a:p>
                  </a:txBody>
                  <a:tcPr anchor="ctr"/>
                </a:tc>
                <a:tc>
                  <a:txBody>
                    <a:bodyPr/>
                    <a:lstStyle/>
                    <a:p>
                      <a:pPr>
                        <a:buNone/>
                      </a:pPr>
                      <a:r>
                        <a:rPr lang="en-IN" sz="1200" dirty="0">
                          <a:effectLst/>
                          <a:latin typeface="Times New Roman" panose="02020603050405020304" pitchFamily="18" charset="0"/>
                          <a:cs typeface="Times New Roman" panose="02020603050405020304" pitchFamily="18" charset="0"/>
                        </a:rPr>
                        <a:t>BERT fine-tuned on financial text for sentiment classification</a:t>
                      </a:r>
                    </a:p>
                  </a:txBody>
                  <a:tcPr anchor="ctr"/>
                </a:tc>
                <a:tc>
                  <a:txBody>
                    <a:bodyPr/>
                    <a:lstStyle/>
                    <a:p>
                      <a:pPr>
                        <a:buNone/>
                      </a:pPr>
                      <a:r>
                        <a:rPr lang="en-US" sz="1200">
                          <a:effectLst/>
                          <a:latin typeface="Times New Roman" panose="02020603050405020304" pitchFamily="18" charset="0"/>
                          <a:cs typeface="Times New Roman" panose="02020603050405020304" pitchFamily="18" charset="0"/>
                        </a:rPr>
                        <a:t>Focuses only on sentiment, not on scam or fraud detection</a:t>
                      </a:r>
                    </a:p>
                  </a:txBody>
                  <a:tcPr anchor="ctr"/>
                </a:tc>
                <a:extLst>
                  <a:ext uri="{0D108BD9-81ED-4DB2-BD59-A6C34878D82A}">
                    <a16:rowId xmlns:a16="http://schemas.microsoft.com/office/drawing/2014/main" val="2995955816"/>
                  </a:ext>
                </a:extLst>
              </a:tr>
              <a:tr h="845574">
                <a:tc>
                  <a:txBody>
                    <a:bodyPr/>
                    <a:lstStyle/>
                    <a:p>
                      <a:pPr>
                        <a:buNone/>
                      </a:pPr>
                      <a:r>
                        <a:rPr lang="en-IN" sz="1200">
                          <a:effectLst/>
                          <a:latin typeface="Times New Roman" panose="02020603050405020304" pitchFamily="18" charset="0"/>
                          <a:cs typeface="Times New Roman" panose="02020603050405020304" pitchFamily="18" charset="0"/>
                        </a:rPr>
                        <a:t>2</a:t>
                      </a:r>
                    </a:p>
                  </a:txBody>
                  <a:tcPr anchor="ctr"/>
                </a:tc>
                <a:tc>
                  <a:txBody>
                    <a:bodyPr/>
                    <a:lstStyle/>
                    <a:p>
                      <a:pPr>
                        <a:buNone/>
                      </a:pPr>
                      <a:r>
                        <a:rPr lang="en-US" sz="1200">
                          <a:effectLst/>
                          <a:latin typeface="Times New Roman" panose="02020603050405020304" pitchFamily="18" charset="0"/>
                          <a:cs typeface="Times New Roman" panose="02020603050405020304" pitchFamily="18" charset="0"/>
                        </a:rPr>
                        <a:t>SMS Spam Collection: A Public Dataset for SMS Spam Research</a:t>
                      </a:r>
                    </a:p>
                  </a:txBody>
                  <a:tcPr anchor="ctr"/>
                </a:tc>
                <a:tc>
                  <a:txBody>
                    <a:bodyPr/>
                    <a:lstStyle/>
                    <a:p>
                      <a:pPr>
                        <a:buNone/>
                      </a:pPr>
                      <a:r>
                        <a:rPr lang="en-IN" sz="1200">
                          <a:effectLst/>
                          <a:latin typeface="Times New Roman" panose="02020603050405020304" pitchFamily="18" charset="0"/>
                          <a:cs typeface="Times New Roman" panose="02020603050405020304" pitchFamily="18" charset="0"/>
                        </a:rPr>
                        <a:t>Almeida et al., 2011</a:t>
                      </a:r>
                    </a:p>
                  </a:txBody>
                  <a:tcPr anchor="ctr"/>
                </a:tc>
                <a:tc>
                  <a:txBody>
                    <a:bodyPr/>
                    <a:lstStyle/>
                    <a:p>
                      <a:pPr>
                        <a:buNone/>
                      </a:pPr>
                      <a:r>
                        <a:rPr lang="en-US" sz="1200" dirty="0">
                          <a:effectLst/>
                          <a:latin typeface="Times New Roman" panose="02020603050405020304" pitchFamily="18" charset="0"/>
                          <a:cs typeface="Times New Roman" panose="02020603050405020304" pitchFamily="18" charset="0"/>
                        </a:rPr>
                        <a:t>Naive Bayes and SVM for spam classification on SMS data</a:t>
                      </a:r>
                    </a:p>
                  </a:txBody>
                  <a:tcPr anchor="ctr"/>
                </a:tc>
                <a:tc>
                  <a:txBody>
                    <a:bodyPr/>
                    <a:lstStyle/>
                    <a:p>
                      <a:pPr>
                        <a:buNone/>
                      </a:pPr>
                      <a:r>
                        <a:rPr lang="en-US" sz="1200">
                          <a:effectLst/>
                          <a:latin typeface="Times New Roman" panose="02020603050405020304" pitchFamily="18" charset="0"/>
                          <a:cs typeface="Times New Roman" panose="02020603050405020304" pitchFamily="18" charset="0"/>
                        </a:rPr>
                        <a:t>Limited to generic SMS spam, no financial domain specificity</a:t>
                      </a:r>
                    </a:p>
                  </a:txBody>
                  <a:tcPr anchor="ctr"/>
                </a:tc>
                <a:extLst>
                  <a:ext uri="{0D108BD9-81ED-4DB2-BD59-A6C34878D82A}">
                    <a16:rowId xmlns:a16="http://schemas.microsoft.com/office/drawing/2014/main" val="229256941"/>
                  </a:ext>
                </a:extLst>
              </a:tr>
              <a:tr h="845575">
                <a:tc>
                  <a:txBody>
                    <a:bodyPr/>
                    <a:lstStyle/>
                    <a:p>
                      <a:pPr>
                        <a:buNone/>
                      </a:pPr>
                      <a:r>
                        <a:rPr lang="en-IN" sz="1200">
                          <a:effectLst/>
                          <a:latin typeface="Times New Roman" panose="02020603050405020304" pitchFamily="18" charset="0"/>
                          <a:cs typeface="Times New Roman" panose="02020603050405020304" pitchFamily="18" charset="0"/>
                        </a:rPr>
                        <a:t>3</a:t>
                      </a:r>
                    </a:p>
                  </a:txBody>
                  <a:tcPr anchor="ctr"/>
                </a:tc>
                <a:tc>
                  <a:txBody>
                    <a:bodyPr/>
                    <a:lstStyle/>
                    <a:p>
                      <a:pPr>
                        <a:buNone/>
                      </a:pPr>
                      <a:r>
                        <a:rPr lang="en-US" sz="1200">
                          <a:effectLst/>
                          <a:latin typeface="Times New Roman" panose="02020603050405020304" pitchFamily="18" charset="0"/>
                          <a:cs typeface="Times New Roman" panose="02020603050405020304" pitchFamily="18" charset="0"/>
                        </a:rPr>
                        <a:t>"Why Should I Trust You?" — Explaining the Predictions of Any Classifier (LIME)</a:t>
                      </a:r>
                    </a:p>
                  </a:txBody>
                  <a:tcPr anchor="ctr"/>
                </a:tc>
                <a:tc>
                  <a:txBody>
                    <a:bodyPr/>
                    <a:lstStyle/>
                    <a:p>
                      <a:pPr>
                        <a:buNone/>
                      </a:pPr>
                      <a:r>
                        <a:rPr lang="en-IN" sz="1200">
                          <a:effectLst/>
                          <a:latin typeface="Times New Roman" panose="02020603050405020304" pitchFamily="18" charset="0"/>
                          <a:cs typeface="Times New Roman" panose="02020603050405020304" pitchFamily="18" charset="0"/>
                        </a:rPr>
                        <a:t>Ribeiro et al., 2016</a:t>
                      </a:r>
                    </a:p>
                  </a:txBody>
                  <a:tcPr anchor="ctr"/>
                </a:tc>
                <a:tc>
                  <a:txBody>
                    <a:bodyPr/>
                    <a:lstStyle/>
                    <a:p>
                      <a:pPr>
                        <a:buNone/>
                      </a:pPr>
                      <a:r>
                        <a:rPr lang="en-US" sz="1200">
                          <a:effectLst/>
                          <a:latin typeface="Times New Roman" panose="02020603050405020304" pitchFamily="18" charset="0"/>
                          <a:cs typeface="Times New Roman" panose="02020603050405020304" pitchFamily="18" charset="0"/>
                        </a:rPr>
                        <a:t>Local Interpretable Model-agnostic Explanations for any ML model</a:t>
                      </a:r>
                    </a:p>
                  </a:txBody>
                  <a:tcPr anchor="ctr"/>
                </a:tc>
                <a:tc>
                  <a:txBody>
                    <a:bodyPr/>
                    <a:lstStyle/>
                    <a:p>
                      <a:pPr>
                        <a:buNone/>
                      </a:pPr>
                      <a:r>
                        <a:rPr lang="en-US" sz="1200">
                          <a:effectLst/>
                          <a:latin typeface="Times New Roman" panose="02020603050405020304" pitchFamily="18" charset="0"/>
                          <a:cs typeface="Times New Roman" panose="02020603050405020304" pitchFamily="18" charset="0"/>
                        </a:rPr>
                        <a:t>Explanations are local and may not capture global model behavior</a:t>
                      </a:r>
                    </a:p>
                  </a:txBody>
                  <a:tcPr anchor="ctr"/>
                </a:tc>
                <a:extLst>
                  <a:ext uri="{0D108BD9-81ED-4DB2-BD59-A6C34878D82A}">
                    <a16:rowId xmlns:a16="http://schemas.microsoft.com/office/drawing/2014/main" val="1130859285"/>
                  </a:ext>
                </a:extLst>
              </a:tr>
              <a:tr h="845574">
                <a:tc>
                  <a:txBody>
                    <a:bodyPr/>
                    <a:lstStyle/>
                    <a:p>
                      <a:pPr>
                        <a:buNone/>
                      </a:pPr>
                      <a:r>
                        <a:rPr lang="en-IN" sz="1200">
                          <a:effectLst/>
                          <a:latin typeface="Times New Roman" panose="02020603050405020304" pitchFamily="18" charset="0"/>
                          <a:cs typeface="Times New Roman" panose="02020603050405020304" pitchFamily="18" charset="0"/>
                        </a:rPr>
                        <a:t>4</a:t>
                      </a:r>
                    </a:p>
                  </a:txBody>
                  <a:tcPr anchor="ctr"/>
                </a:tc>
                <a:tc>
                  <a:txBody>
                    <a:bodyPr/>
                    <a:lstStyle/>
                    <a:p>
                      <a:pPr>
                        <a:buNone/>
                      </a:pPr>
                      <a:r>
                        <a:rPr lang="en-US" sz="1200">
                          <a:effectLst/>
                          <a:latin typeface="Times New Roman" panose="02020603050405020304" pitchFamily="18" charset="0"/>
                          <a:cs typeface="Times New Roman" panose="02020603050405020304" pitchFamily="18" charset="0"/>
                        </a:rPr>
                        <a:t>XGBoost: A Scalable Tree Boosting System</a:t>
                      </a:r>
                    </a:p>
                  </a:txBody>
                  <a:tcPr anchor="ctr"/>
                </a:tc>
                <a:tc>
                  <a:txBody>
                    <a:bodyPr/>
                    <a:lstStyle/>
                    <a:p>
                      <a:pPr>
                        <a:buNone/>
                      </a:pPr>
                      <a:r>
                        <a:rPr lang="en-IN" sz="1200">
                          <a:effectLst/>
                          <a:latin typeface="Times New Roman" panose="02020603050405020304" pitchFamily="18" charset="0"/>
                          <a:cs typeface="Times New Roman" panose="02020603050405020304" pitchFamily="18" charset="0"/>
                        </a:rPr>
                        <a:t>Chen &amp; Guestrin, 2016</a:t>
                      </a:r>
                    </a:p>
                  </a:txBody>
                  <a:tcPr anchor="ctr"/>
                </a:tc>
                <a:tc>
                  <a:txBody>
                    <a:bodyPr/>
                    <a:lstStyle/>
                    <a:p>
                      <a:pPr>
                        <a:buNone/>
                      </a:pPr>
                      <a:r>
                        <a:rPr lang="en-US" sz="1200">
                          <a:effectLst/>
                          <a:latin typeface="Times New Roman" panose="02020603050405020304" pitchFamily="18" charset="0"/>
                          <a:cs typeface="Times New Roman" panose="02020603050405020304" pitchFamily="18" charset="0"/>
                        </a:rPr>
                        <a:t>Gradient boosting with GPU acceleration for classification tasks</a:t>
                      </a:r>
                    </a:p>
                  </a:txBody>
                  <a:tcPr anchor="ctr"/>
                </a:tc>
                <a:tc>
                  <a:txBody>
                    <a:bodyPr/>
                    <a:lstStyle/>
                    <a:p>
                      <a:pPr>
                        <a:buNone/>
                      </a:pPr>
                      <a:r>
                        <a:rPr lang="en-US" sz="1200">
                          <a:effectLst/>
                          <a:latin typeface="Times New Roman" panose="02020603050405020304" pitchFamily="18" charset="0"/>
                          <a:cs typeface="Times New Roman" panose="02020603050405020304" pitchFamily="18" charset="0"/>
                        </a:rPr>
                        <a:t>Requires careful hyperparameter tuning and may overfit on small datasets</a:t>
                      </a:r>
                    </a:p>
                  </a:txBody>
                  <a:tcPr anchor="ctr"/>
                </a:tc>
                <a:extLst>
                  <a:ext uri="{0D108BD9-81ED-4DB2-BD59-A6C34878D82A}">
                    <a16:rowId xmlns:a16="http://schemas.microsoft.com/office/drawing/2014/main" val="1045113864"/>
                  </a:ext>
                </a:extLst>
              </a:tr>
              <a:tr h="1009756">
                <a:tc>
                  <a:txBody>
                    <a:bodyPr/>
                    <a:lstStyle/>
                    <a:p>
                      <a:pPr>
                        <a:buNone/>
                      </a:pPr>
                      <a:r>
                        <a:rPr lang="en-IN" sz="1200">
                          <a:effectLst/>
                          <a:latin typeface="Times New Roman" panose="02020603050405020304" pitchFamily="18" charset="0"/>
                          <a:cs typeface="Times New Roman" panose="02020603050405020304" pitchFamily="18" charset="0"/>
                        </a:rPr>
                        <a:t>5</a:t>
                      </a:r>
                    </a:p>
                  </a:txBody>
                  <a:tcPr anchor="ctr"/>
                </a:tc>
                <a:tc>
                  <a:txBody>
                    <a:bodyPr/>
                    <a:lstStyle/>
                    <a:p>
                      <a:pPr>
                        <a:buNone/>
                      </a:pPr>
                      <a:r>
                        <a:rPr lang="en-US" sz="1200">
                          <a:effectLst/>
                          <a:latin typeface="Times New Roman" panose="02020603050405020304" pitchFamily="18" charset="0"/>
                          <a:cs typeface="Times New Roman" panose="02020603050405020304" pitchFamily="18" charset="0"/>
                        </a:rPr>
                        <a:t>Detecting Financial Fraud Using Machine Learning Techniques: A Survey</a:t>
                      </a:r>
                    </a:p>
                  </a:txBody>
                  <a:tcPr anchor="ctr"/>
                </a:tc>
                <a:tc>
                  <a:txBody>
                    <a:bodyPr/>
                    <a:lstStyle/>
                    <a:p>
                      <a:pPr>
                        <a:buNone/>
                      </a:pPr>
                      <a:r>
                        <a:rPr lang="en-IN" sz="1200">
                          <a:effectLst/>
                          <a:latin typeface="Times New Roman" panose="02020603050405020304" pitchFamily="18" charset="0"/>
                          <a:cs typeface="Times New Roman" panose="02020603050405020304" pitchFamily="18" charset="0"/>
                        </a:rPr>
                        <a:t>West &amp; Bhattacharya, 2016</a:t>
                      </a:r>
                    </a:p>
                  </a:txBody>
                  <a:tcPr anchor="ctr"/>
                </a:tc>
                <a:tc>
                  <a:txBody>
                    <a:bodyPr/>
                    <a:lstStyle/>
                    <a:p>
                      <a:pPr>
                        <a:buNone/>
                      </a:pPr>
                      <a:r>
                        <a:rPr lang="en-US" sz="1200">
                          <a:effectLst/>
                          <a:latin typeface="Times New Roman" panose="02020603050405020304" pitchFamily="18" charset="0"/>
                          <a:cs typeface="Times New Roman" panose="02020603050405020304" pitchFamily="18" charset="0"/>
                        </a:rPr>
                        <a:t>Survey of ML methods for fraud detection in finance</a:t>
                      </a:r>
                    </a:p>
                  </a:txBody>
                  <a:tcPr anchor="ctr"/>
                </a:tc>
                <a:tc>
                  <a:txBody>
                    <a:bodyPr/>
                    <a:lstStyle/>
                    <a:p>
                      <a:pPr>
                        <a:buNone/>
                      </a:pPr>
                      <a:r>
                        <a:rPr lang="en-US" sz="1200" dirty="0">
                          <a:effectLst/>
                          <a:latin typeface="Times New Roman" panose="02020603050405020304" pitchFamily="18" charset="0"/>
                          <a:cs typeface="Times New Roman" panose="02020603050405020304" pitchFamily="18" charset="0"/>
                        </a:rPr>
                        <a:t>Most methods use structured tabular data, not NLP on social media text</a:t>
                      </a:r>
                    </a:p>
                  </a:txBody>
                  <a:tcPr anchor="ctr"/>
                </a:tc>
                <a:extLst>
                  <a:ext uri="{0D108BD9-81ED-4DB2-BD59-A6C34878D82A}">
                    <a16:rowId xmlns:a16="http://schemas.microsoft.com/office/drawing/2014/main" val="356929928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a:spLocks noGrp="1"/>
          </p:cNvSpPr>
          <p:nvPr>
            <p:ph type="title"/>
          </p:nvPr>
        </p:nvSpPr>
        <p:spPr>
          <a:xfrm>
            <a:off x="457200" y="122237"/>
            <a:ext cx="8229600" cy="6397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Times New Roman"/>
              <a:buNone/>
            </a:pPr>
            <a:r>
              <a:rPr lang="en-US" sz="3200" b="1" i="0" u="none">
                <a:solidFill>
                  <a:schemeClr val="dk2"/>
                </a:solidFill>
                <a:latin typeface="Times New Roman"/>
                <a:ea typeface="Times New Roman"/>
                <a:cs typeface="Times New Roman"/>
                <a:sym typeface="Times New Roman"/>
              </a:rPr>
              <a:t>Proposed System</a:t>
            </a:r>
            <a:endParaRPr/>
          </a:p>
        </p:txBody>
      </p:sp>
      <p:sp>
        <p:nvSpPr>
          <p:cNvPr id="163" name="Google Shape;163;p26"/>
          <p:cNvSpPr txBox="1"/>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
        <p:nvSpPr>
          <p:cNvPr id="164" name="Google Shape;164;p26"/>
          <p:cNvSpPr txBox="1"/>
          <p:nvPr/>
        </p:nvSpPr>
        <p:spPr>
          <a:xfrm>
            <a:off x="2247900" y="5878500"/>
            <a:ext cx="4648200" cy="369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New Roman"/>
              <a:buNone/>
            </a:pPr>
            <a:r>
              <a:rPr lang="en-US" sz="1800" b="1" i="0" u="none" strike="noStrike" cap="none" dirty="0">
                <a:solidFill>
                  <a:schemeClr val="dk1"/>
                </a:solidFill>
                <a:latin typeface="Times New Roman"/>
                <a:ea typeface="Times New Roman"/>
                <a:cs typeface="Times New Roman"/>
                <a:sym typeface="Times New Roman"/>
              </a:rPr>
              <a:t>Fig. 1: </a:t>
            </a:r>
            <a:r>
              <a:rPr lang="en-US" sz="1800" b="0" i="0" u="none" strike="noStrike" cap="none" dirty="0">
                <a:solidFill>
                  <a:schemeClr val="dk1"/>
                </a:solidFill>
                <a:latin typeface="Times New Roman"/>
                <a:ea typeface="Times New Roman"/>
                <a:cs typeface="Times New Roman"/>
                <a:sym typeface="Times New Roman"/>
              </a:rPr>
              <a:t>Block diagram of the proposed system</a:t>
            </a:r>
            <a:endParaRPr sz="1800" b="0" i="0" u="none" strike="noStrike" cap="none" dirty="0">
              <a:solidFill>
                <a:srgbClr val="000000"/>
              </a:solidFill>
              <a:latin typeface="Arial"/>
              <a:ea typeface="Arial"/>
              <a:cs typeface="Arial"/>
              <a:sym typeface="Arial"/>
            </a:endParaRPr>
          </a:p>
        </p:txBody>
      </p:sp>
      <p:pic>
        <p:nvPicPr>
          <p:cNvPr id="7" name="Picture 6">
            <a:extLst>
              <a:ext uri="{FF2B5EF4-FFF2-40B4-BE49-F238E27FC236}">
                <a16:creationId xmlns:a16="http://schemas.microsoft.com/office/drawing/2014/main" id="{854090B1-091F-E67C-2948-4C5DA9921B4F}"/>
              </a:ext>
            </a:extLst>
          </p:cNvPr>
          <p:cNvPicPr>
            <a:picLocks noChangeAspect="1"/>
          </p:cNvPicPr>
          <p:nvPr/>
        </p:nvPicPr>
        <p:blipFill>
          <a:blip r:embed="rId3"/>
          <a:stretch>
            <a:fillRect/>
          </a:stretch>
        </p:blipFill>
        <p:spPr>
          <a:xfrm>
            <a:off x="137651" y="1049594"/>
            <a:ext cx="8868697" cy="4816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7"/>
          <p:cNvSpPr txBox="1">
            <a:spLocks noGrp="1"/>
          </p:cNvSpPr>
          <p:nvPr>
            <p:ph type="title"/>
          </p:nvPr>
        </p:nvSpPr>
        <p:spPr>
          <a:xfrm>
            <a:off x="457200" y="122237"/>
            <a:ext cx="8229600" cy="639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Times New Roman"/>
              <a:buNone/>
            </a:pPr>
            <a:r>
              <a:rPr lang="en-US" b="1">
                <a:latin typeface="Times New Roman"/>
                <a:ea typeface="Times New Roman"/>
                <a:cs typeface="Times New Roman"/>
                <a:sym typeface="Times New Roman"/>
              </a:rPr>
              <a:t>Implementation</a:t>
            </a:r>
            <a:endParaRPr/>
          </a:p>
        </p:txBody>
      </p:sp>
      <p:sp>
        <p:nvSpPr>
          <p:cNvPr id="171" name="Google Shape;171;p27"/>
          <p:cNvSpPr txBox="1"/>
          <p:nvPr/>
        </p:nvSpPr>
        <p:spPr>
          <a:xfrm>
            <a:off x="6553200" y="6378575"/>
            <a:ext cx="2133600" cy="4761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
        <p:nvSpPr>
          <p:cNvPr id="172" name="Google Shape;172;p27"/>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Autofit/>
          </a:bodyPr>
          <a:lstStyle/>
          <a:p>
            <a:pPr marL="457200" lvl="0" indent="-400050" algn="just" rtl="0">
              <a:lnSpc>
                <a:spcPct val="100000"/>
              </a:lnSpc>
              <a:spcBef>
                <a:spcPts val="480"/>
              </a:spcBef>
              <a:spcAft>
                <a:spcPts val="0"/>
              </a:spcAft>
              <a:buSzPts val="2700"/>
              <a:buFont typeface="Times New Roman"/>
              <a:buChar char="❏"/>
            </a:pPr>
            <a:r>
              <a:rPr lang="en-US" sz="2800" b="1">
                <a:latin typeface="Times New Roman"/>
                <a:ea typeface="Times New Roman"/>
                <a:cs typeface="Times New Roman"/>
                <a:sym typeface="Times New Roman"/>
              </a:rPr>
              <a:t>Screenshots of the Output</a:t>
            </a:r>
            <a:endParaRPr sz="2700" b="1">
              <a:latin typeface="Times New Roman"/>
              <a:ea typeface="Times New Roman"/>
              <a:cs typeface="Times New Roman"/>
              <a:sym typeface="Times New Roman"/>
            </a:endParaRPr>
          </a:p>
          <a:p>
            <a:pPr marL="342900" marR="0" lvl="0" indent="0" algn="just" rtl="0">
              <a:lnSpc>
                <a:spcPct val="100000"/>
              </a:lnSpc>
              <a:spcBef>
                <a:spcPts val="480"/>
              </a:spcBef>
              <a:spcAft>
                <a:spcPts val="0"/>
              </a:spcAft>
              <a:buSzPts val="1800"/>
              <a:buNone/>
            </a:pPr>
            <a:endParaRPr/>
          </a:p>
          <a:p>
            <a:pPr marL="342900" marR="0" lvl="0" indent="0" algn="just" rtl="0">
              <a:lnSpc>
                <a:spcPct val="100000"/>
              </a:lnSpc>
              <a:spcBef>
                <a:spcPts val="480"/>
              </a:spcBef>
              <a:spcAft>
                <a:spcPts val="0"/>
              </a:spcAft>
              <a:buSzPts val="1800"/>
              <a:buNone/>
            </a:pPr>
            <a:endParaRPr/>
          </a:p>
          <a:p>
            <a:pPr marL="342900" marR="0" lvl="0" indent="0" algn="just" rtl="0">
              <a:lnSpc>
                <a:spcPct val="100000"/>
              </a:lnSpc>
              <a:spcBef>
                <a:spcPts val="480"/>
              </a:spcBef>
              <a:spcAft>
                <a:spcPts val="0"/>
              </a:spcAft>
              <a:buSzPts val="1800"/>
              <a:buNone/>
            </a:pPr>
            <a:endParaRPr/>
          </a:p>
          <a:p>
            <a:pPr marL="342900" marR="0" lvl="0" indent="0" algn="just" rtl="0">
              <a:lnSpc>
                <a:spcPct val="100000"/>
              </a:lnSpc>
              <a:spcBef>
                <a:spcPts val="480"/>
              </a:spcBef>
              <a:spcAft>
                <a:spcPts val="0"/>
              </a:spcAft>
              <a:buSzPts val="1800"/>
              <a:buNone/>
            </a:pPr>
            <a:endParaRPr/>
          </a:p>
          <a:p>
            <a:pPr marL="342900" marR="0" lvl="0" indent="-190500" algn="just" rtl="0">
              <a:lnSpc>
                <a:spcPct val="100000"/>
              </a:lnSpc>
              <a:spcBef>
                <a:spcPts val="48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a:p>
            <a:pPr marL="342900" marR="0" lvl="0" indent="-190500" algn="l" rtl="0">
              <a:lnSpc>
                <a:spcPct val="100000"/>
              </a:lnSpc>
              <a:spcBef>
                <a:spcPts val="48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p:txBody>
      </p:sp>
      <p:sp>
        <p:nvSpPr>
          <p:cNvPr id="173" name="Google Shape;173;p27"/>
          <p:cNvSpPr txBox="1"/>
          <p:nvPr/>
        </p:nvSpPr>
        <p:spPr>
          <a:xfrm>
            <a:off x="1661652" y="5672923"/>
            <a:ext cx="6243483" cy="353693"/>
          </a:xfrm>
          <a:prstGeom prst="rect">
            <a:avLst/>
          </a:prstGeom>
          <a:noFill/>
          <a:ln>
            <a:noFill/>
          </a:ln>
        </p:spPr>
        <p:txBody>
          <a:bodyPr spcFirstLastPara="1" wrap="square" lIns="91425" tIns="45700" rIns="91425" bIns="45700" anchor="t" anchorCtr="0">
            <a:noAutofit/>
          </a:bodyPr>
          <a:lstStyle/>
          <a:p>
            <a:pPr lvl="0" algn="ctr"/>
            <a:r>
              <a:rPr lang="en-US" sz="16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Fig. 2: </a:t>
            </a:r>
            <a:r>
              <a:rPr lang="en-US" sz="1600" dirty="0" err="1">
                <a:latin typeface="Times New Roman" panose="02020603050405020304" pitchFamily="18" charset="0"/>
                <a:cs typeface="Times New Roman" panose="02020603050405020304" pitchFamily="18" charset="0"/>
              </a:rPr>
              <a:t>ScamGuard</a:t>
            </a:r>
            <a:r>
              <a:rPr lang="en-US" sz="1600" dirty="0">
                <a:latin typeface="Times New Roman" panose="02020603050405020304" pitchFamily="18" charset="0"/>
                <a:cs typeface="Times New Roman" panose="02020603050405020304" pitchFamily="18" charset="0"/>
              </a:rPr>
              <a:t> AI — Web Interface (Home Page)</a:t>
            </a:r>
            <a:endParaRPr sz="160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174" name="Google Shape;174;p27"/>
          <p:cNvPicPr preferRelativeResize="0"/>
          <p:nvPr/>
        </p:nvPicPr>
        <p:blipFill rotWithShape="1">
          <a:blip r:embed="rId3">
            <a:alphaModFix/>
          </a:blip>
          <a:srcRect/>
          <a:stretch/>
        </p:blipFill>
        <p:spPr>
          <a:xfrm>
            <a:off x="682738" y="1740309"/>
            <a:ext cx="8229602" cy="3802439"/>
          </a:xfrm>
          <a:prstGeom prst="rect">
            <a:avLst/>
          </a:prstGeom>
          <a:noFill/>
          <a:ln>
            <a:noFill/>
          </a:ln>
        </p:spPr>
      </p:pic>
      <p:pic>
        <p:nvPicPr>
          <p:cNvPr id="3" name="Picture 2">
            <a:extLst>
              <a:ext uri="{FF2B5EF4-FFF2-40B4-BE49-F238E27FC236}">
                <a16:creationId xmlns:a16="http://schemas.microsoft.com/office/drawing/2014/main" id="{EBC26308-628A-1CD6-F35F-E4B22FA6665A}"/>
              </a:ext>
            </a:extLst>
          </p:cNvPr>
          <p:cNvPicPr>
            <a:picLocks noChangeAspect="1"/>
          </p:cNvPicPr>
          <p:nvPr/>
        </p:nvPicPr>
        <p:blipFill>
          <a:blip r:embed="rId4"/>
          <a:stretch>
            <a:fillRect/>
          </a:stretch>
        </p:blipFill>
        <p:spPr>
          <a:xfrm>
            <a:off x="682736" y="1704075"/>
            <a:ext cx="8229603" cy="388107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8"/>
          <p:cNvSpPr txBox="1">
            <a:spLocks noGrp="1"/>
          </p:cNvSpPr>
          <p:nvPr>
            <p:ph type="title"/>
          </p:nvPr>
        </p:nvSpPr>
        <p:spPr>
          <a:xfrm>
            <a:off x="457200" y="122237"/>
            <a:ext cx="8229600" cy="639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Times New Roman"/>
              <a:buNone/>
            </a:pPr>
            <a:r>
              <a:rPr lang="en-US" b="1">
                <a:latin typeface="Times New Roman"/>
                <a:ea typeface="Times New Roman"/>
                <a:cs typeface="Times New Roman"/>
                <a:sym typeface="Times New Roman"/>
              </a:rPr>
              <a:t>Implementation</a:t>
            </a:r>
            <a:endParaRPr/>
          </a:p>
        </p:txBody>
      </p:sp>
      <p:sp>
        <p:nvSpPr>
          <p:cNvPr id="180" name="Google Shape;180;p28"/>
          <p:cNvSpPr txBox="1"/>
          <p:nvPr/>
        </p:nvSpPr>
        <p:spPr>
          <a:xfrm>
            <a:off x="6553200" y="6378575"/>
            <a:ext cx="2133600" cy="4761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
        <p:nvSpPr>
          <p:cNvPr id="181" name="Google Shape;181;p28"/>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Autofit/>
          </a:bodyPr>
          <a:lstStyle/>
          <a:p>
            <a:pPr marL="457200" lvl="0" indent="-400050" algn="just" rtl="0">
              <a:lnSpc>
                <a:spcPct val="100000"/>
              </a:lnSpc>
              <a:spcBef>
                <a:spcPts val="480"/>
              </a:spcBef>
              <a:spcAft>
                <a:spcPts val="0"/>
              </a:spcAft>
              <a:buSzPts val="2700"/>
              <a:buFont typeface="Times New Roman"/>
              <a:buChar char="❏"/>
            </a:pPr>
            <a:r>
              <a:rPr lang="en-US" sz="2800" b="1" dirty="0">
                <a:latin typeface="Times New Roman"/>
                <a:ea typeface="Times New Roman"/>
                <a:cs typeface="Times New Roman"/>
                <a:sym typeface="Times New Roman"/>
              </a:rPr>
              <a:t>Screenshots of the Output</a:t>
            </a:r>
            <a:endParaRPr sz="2700" b="1" dirty="0">
              <a:latin typeface="Times New Roman"/>
              <a:ea typeface="Times New Roman"/>
              <a:cs typeface="Times New Roman"/>
              <a:sym typeface="Times New Roman"/>
            </a:endParaRPr>
          </a:p>
          <a:p>
            <a:pPr marL="342900" marR="0" lvl="0" indent="0" algn="just" rtl="0">
              <a:lnSpc>
                <a:spcPct val="100000"/>
              </a:lnSpc>
              <a:spcBef>
                <a:spcPts val="480"/>
              </a:spcBef>
              <a:spcAft>
                <a:spcPts val="0"/>
              </a:spcAft>
              <a:buSzPts val="1800"/>
              <a:buNone/>
            </a:pPr>
            <a:endParaRPr dirty="0"/>
          </a:p>
          <a:p>
            <a:pPr marL="342900" marR="0" lvl="0" indent="0" algn="just" rtl="0">
              <a:lnSpc>
                <a:spcPct val="100000"/>
              </a:lnSpc>
              <a:spcBef>
                <a:spcPts val="480"/>
              </a:spcBef>
              <a:spcAft>
                <a:spcPts val="0"/>
              </a:spcAft>
              <a:buSzPts val="1800"/>
              <a:buNone/>
            </a:pPr>
            <a:endParaRPr dirty="0"/>
          </a:p>
          <a:p>
            <a:pPr marL="342900" marR="0" lvl="0" indent="0" algn="just" rtl="0">
              <a:lnSpc>
                <a:spcPct val="100000"/>
              </a:lnSpc>
              <a:spcBef>
                <a:spcPts val="480"/>
              </a:spcBef>
              <a:spcAft>
                <a:spcPts val="0"/>
              </a:spcAft>
              <a:buSzPts val="1800"/>
              <a:buNone/>
            </a:pPr>
            <a:endParaRPr dirty="0"/>
          </a:p>
          <a:p>
            <a:pPr marL="342900" marR="0" lvl="0" indent="0" algn="just" rtl="0">
              <a:lnSpc>
                <a:spcPct val="100000"/>
              </a:lnSpc>
              <a:spcBef>
                <a:spcPts val="480"/>
              </a:spcBef>
              <a:spcAft>
                <a:spcPts val="0"/>
              </a:spcAft>
              <a:buSzPts val="1800"/>
              <a:buNone/>
            </a:pPr>
            <a:endParaRPr dirty="0"/>
          </a:p>
          <a:p>
            <a:pPr marL="342900" marR="0" lvl="0" indent="-190500" algn="just" rtl="0">
              <a:lnSpc>
                <a:spcPct val="100000"/>
              </a:lnSpc>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a:p>
            <a:pPr marL="342900" marR="0" lvl="0" indent="-190500" algn="l" rtl="0">
              <a:lnSpc>
                <a:spcPct val="100000"/>
              </a:lnSpc>
              <a:spcBef>
                <a:spcPts val="480"/>
              </a:spcBef>
              <a:spcAft>
                <a:spcPts val="0"/>
              </a:spcAft>
              <a:buClr>
                <a:schemeClr val="dk1"/>
              </a:buClr>
              <a:buSzPts val="2400"/>
              <a:buFont typeface="Arial"/>
              <a:buNone/>
            </a:pPr>
            <a:endParaRPr sz="2400" b="0" i="0" u="none" dirty="0">
              <a:solidFill>
                <a:schemeClr val="dk1"/>
              </a:solidFill>
              <a:latin typeface="Times New Roman"/>
              <a:ea typeface="Times New Roman"/>
              <a:cs typeface="Times New Roman"/>
              <a:sym typeface="Times New Roman"/>
            </a:endParaRPr>
          </a:p>
        </p:txBody>
      </p:sp>
      <p:sp>
        <p:nvSpPr>
          <p:cNvPr id="182" name="Google Shape;182;p28"/>
          <p:cNvSpPr txBox="1"/>
          <p:nvPr/>
        </p:nvSpPr>
        <p:spPr>
          <a:xfrm>
            <a:off x="648929" y="5717710"/>
            <a:ext cx="7649497" cy="308906"/>
          </a:xfrm>
          <a:prstGeom prst="rect">
            <a:avLst/>
          </a:prstGeom>
          <a:noFill/>
          <a:ln>
            <a:noFill/>
          </a:ln>
        </p:spPr>
        <p:txBody>
          <a:bodyPr spcFirstLastPara="1" wrap="square" lIns="91425" tIns="45700" rIns="91425" bIns="45700" anchor="t" anchorCtr="0">
            <a:noAutofit/>
          </a:bodyPr>
          <a:lstStyle/>
          <a:p>
            <a:pPr lvl="0" algn="ctr"/>
            <a:r>
              <a:rPr lang="en-US" sz="1800" b="1" i="0" u="none" strike="noStrike" cap="none" dirty="0">
                <a:solidFill>
                  <a:schemeClr val="dk1"/>
                </a:solidFill>
                <a:latin typeface="Times New Roman"/>
                <a:ea typeface="Times New Roman"/>
                <a:cs typeface="Times New Roman"/>
                <a:sym typeface="Times New Roman"/>
              </a:rPr>
              <a:t>Fig. 3: </a:t>
            </a:r>
            <a:r>
              <a:rPr lang="en-US" sz="1600" dirty="0">
                <a:latin typeface="Times New Roman" panose="02020603050405020304" pitchFamily="18" charset="0"/>
                <a:cs typeface="Times New Roman" panose="02020603050405020304" pitchFamily="18" charset="0"/>
              </a:rPr>
              <a:t>Scam Message Detected — </a:t>
            </a:r>
            <a:r>
              <a:rPr lang="en-IN" sz="1600" dirty="0">
                <a:latin typeface="Times New Roman" panose="02020603050405020304" pitchFamily="18" charset="0"/>
                <a:cs typeface="Times New Roman" panose="02020603050405020304" pitchFamily="18" charset="0"/>
              </a:rPr>
              <a:t>Medium</a:t>
            </a:r>
            <a:r>
              <a:rPr lang="en-US" sz="1600" dirty="0">
                <a:latin typeface="Times New Roman" panose="02020603050405020304" pitchFamily="18" charset="0"/>
                <a:cs typeface="Times New Roman" panose="02020603050405020304" pitchFamily="18" charset="0"/>
              </a:rPr>
              <a:t> Risk (57% Probability)</a:t>
            </a:r>
            <a:r>
              <a:rPr lang="en-US" sz="1600" i="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a:t>
            </a:r>
            <a:endParaRPr sz="16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3227E07F-63FE-FC0A-20CF-EFEB8FA1EB9B}"/>
              </a:ext>
            </a:extLst>
          </p:cNvPr>
          <p:cNvPicPr>
            <a:picLocks noChangeAspect="1"/>
          </p:cNvPicPr>
          <p:nvPr/>
        </p:nvPicPr>
        <p:blipFill>
          <a:blip r:embed="rId3"/>
          <a:stretch>
            <a:fillRect/>
          </a:stretch>
        </p:blipFill>
        <p:spPr>
          <a:xfrm>
            <a:off x="648929" y="1792688"/>
            <a:ext cx="8037872" cy="379484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9"/>
          <p:cNvSpPr txBox="1">
            <a:spLocks noGrp="1"/>
          </p:cNvSpPr>
          <p:nvPr>
            <p:ph type="title"/>
          </p:nvPr>
        </p:nvSpPr>
        <p:spPr>
          <a:xfrm>
            <a:off x="457200" y="122237"/>
            <a:ext cx="8229600" cy="639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Times New Roman"/>
              <a:buNone/>
            </a:pPr>
            <a:r>
              <a:rPr lang="en-US" b="1">
                <a:latin typeface="Times New Roman"/>
                <a:ea typeface="Times New Roman"/>
                <a:cs typeface="Times New Roman"/>
                <a:sym typeface="Times New Roman"/>
              </a:rPr>
              <a:t>Implementation</a:t>
            </a:r>
            <a:endParaRPr/>
          </a:p>
        </p:txBody>
      </p:sp>
      <p:sp>
        <p:nvSpPr>
          <p:cNvPr id="189" name="Google Shape;189;p29"/>
          <p:cNvSpPr txBox="1"/>
          <p:nvPr/>
        </p:nvSpPr>
        <p:spPr>
          <a:xfrm>
            <a:off x="6553200" y="6378575"/>
            <a:ext cx="2133600" cy="4761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
        <p:nvSpPr>
          <p:cNvPr id="190" name="Google Shape;190;p29"/>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Autofit/>
          </a:bodyPr>
          <a:lstStyle/>
          <a:p>
            <a:pPr marL="457200" lvl="0" indent="-400050" algn="just" rtl="0">
              <a:lnSpc>
                <a:spcPct val="100000"/>
              </a:lnSpc>
              <a:spcBef>
                <a:spcPts val="480"/>
              </a:spcBef>
              <a:spcAft>
                <a:spcPts val="0"/>
              </a:spcAft>
              <a:buSzPts val="2700"/>
              <a:buFont typeface="Times New Roman"/>
              <a:buChar char="❏"/>
            </a:pPr>
            <a:r>
              <a:rPr lang="en-US" sz="2800" b="1">
                <a:latin typeface="Times New Roman"/>
                <a:ea typeface="Times New Roman"/>
                <a:cs typeface="Times New Roman"/>
                <a:sym typeface="Times New Roman"/>
              </a:rPr>
              <a:t>Screenshots of the Output</a:t>
            </a:r>
            <a:endParaRPr sz="2700" b="1">
              <a:latin typeface="Times New Roman"/>
              <a:ea typeface="Times New Roman"/>
              <a:cs typeface="Times New Roman"/>
              <a:sym typeface="Times New Roman"/>
            </a:endParaRPr>
          </a:p>
          <a:p>
            <a:pPr marL="342900" marR="0" lvl="0" indent="0" algn="just" rtl="0">
              <a:lnSpc>
                <a:spcPct val="100000"/>
              </a:lnSpc>
              <a:spcBef>
                <a:spcPts val="480"/>
              </a:spcBef>
              <a:spcAft>
                <a:spcPts val="0"/>
              </a:spcAft>
              <a:buSzPts val="1800"/>
              <a:buNone/>
            </a:pPr>
            <a:endParaRPr/>
          </a:p>
          <a:p>
            <a:pPr marL="342900" marR="0" lvl="0" indent="0" algn="just" rtl="0">
              <a:lnSpc>
                <a:spcPct val="100000"/>
              </a:lnSpc>
              <a:spcBef>
                <a:spcPts val="480"/>
              </a:spcBef>
              <a:spcAft>
                <a:spcPts val="0"/>
              </a:spcAft>
              <a:buSzPts val="1800"/>
              <a:buNone/>
            </a:pPr>
            <a:endParaRPr/>
          </a:p>
          <a:p>
            <a:pPr marL="342900" marR="0" lvl="0" indent="0" algn="just" rtl="0">
              <a:lnSpc>
                <a:spcPct val="100000"/>
              </a:lnSpc>
              <a:spcBef>
                <a:spcPts val="480"/>
              </a:spcBef>
              <a:spcAft>
                <a:spcPts val="0"/>
              </a:spcAft>
              <a:buSzPts val="1800"/>
              <a:buNone/>
            </a:pPr>
            <a:endParaRPr/>
          </a:p>
          <a:p>
            <a:pPr marL="342900" marR="0" lvl="0" indent="0" algn="just" rtl="0">
              <a:lnSpc>
                <a:spcPct val="100000"/>
              </a:lnSpc>
              <a:spcBef>
                <a:spcPts val="480"/>
              </a:spcBef>
              <a:spcAft>
                <a:spcPts val="0"/>
              </a:spcAft>
              <a:buSzPts val="1800"/>
              <a:buNone/>
            </a:pPr>
            <a:endParaRPr/>
          </a:p>
          <a:p>
            <a:pPr marL="342900" marR="0" lvl="0" indent="-190500" algn="just" rtl="0">
              <a:lnSpc>
                <a:spcPct val="100000"/>
              </a:lnSpc>
              <a:spcBef>
                <a:spcPts val="48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a:p>
            <a:pPr marL="342900" marR="0" lvl="0" indent="-190500" algn="l" rtl="0">
              <a:lnSpc>
                <a:spcPct val="100000"/>
              </a:lnSpc>
              <a:spcBef>
                <a:spcPts val="480"/>
              </a:spcBef>
              <a:spcAft>
                <a:spcPts val="0"/>
              </a:spcAft>
              <a:buClr>
                <a:schemeClr val="dk1"/>
              </a:buClr>
              <a:buSzPts val="2400"/>
              <a:buFont typeface="Arial"/>
              <a:buNone/>
            </a:pPr>
            <a:endParaRPr sz="2400" b="0" i="0" u="none">
              <a:solidFill>
                <a:schemeClr val="dk1"/>
              </a:solidFill>
              <a:latin typeface="Times New Roman"/>
              <a:ea typeface="Times New Roman"/>
              <a:cs typeface="Times New Roman"/>
              <a:sym typeface="Times New Roman"/>
            </a:endParaRPr>
          </a:p>
        </p:txBody>
      </p:sp>
      <p:sp>
        <p:nvSpPr>
          <p:cNvPr id="191" name="Google Shape;191;p29"/>
          <p:cNvSpPr txBox="1"/>
          <p:nvPr/>
        </p:nvSpPr>
        <p:spPr>
          <a:xfrm>
            <a:off x="1415845" y="5791199"/>
            <a:ext cx="6656439" cy="334297"/>
          </a:xfrm>
          <a:prstGeom prst="rect">
            <a:avLst/>
          </a:prstGeom>
          <a:noFill/>
          <a:ln>
            <a:noFill/>
          </a:ln>
        </p:spPr>
        <p:txBody>
          <a:bodyPr spcFirstLastPara="1" wrap="square" lIns="91425" tIns="45700" rIns="91425" bIns="45700" anchor="t" anchorCtr="0">
            <a:noAutofit/>
          </a:bodyPr>
          <a:lstStyle/>
          <a:p>
            <a:pPr lvl="0" algn="ctr"/>
            <a:r>
              <a:rPr lang="en-US" sz="16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Fig. 4: </a:t>
            </a:r>
            <a:r>
              <a:rPr lang="en-US" sz="1600" dirty="0">
                <a:latin typeface="Times New Roman" panose="02020603050405020304" pitchFamily="18" charset="0"/>
                <a:cs typeface="Times New Roman" panose="02020603050405020304" pitchFamily="18" charset="0"/>
              </a:rPr>
              <a:t>Legitimate Message Verified — Low Risk</a:t>
            </a:r>
            <a:endParaRPr sz="16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pic>
        <p:nvPicPr>
          <p:cNvPr id="5" name="Picture 4">
            <a:extLst>
              <a:ext uri="{FF2B5EF4-FFF2-40B4-BE49-F238E27FC236}">
                <a16:creationId xmlns:a16="http://schemas.microsoft.com/office/drawing/2014/main" id="{CF3B8DF8-52C3-B979-337E-416BA2AFE3A1}"/>
              </a:ext>
            </a:extLst>
          </p:cNvPr>
          <p:cNvPicPr>
            <a:picLocks noChangeAspect="1"/>
          </p:cNvPicPr>
          <p:nvPr/>
        </p:nvPicPr>
        <p:blipFill>
          <a:blip r:embed="rId3"/>
          <a:stretch>
            <a:fillRect/>
          </a:stretch>
        </p:blipFill>
        <p:spPr>
          <a:xfrm>
            <a:off x="619432" y="1693112"/>
            <a:ext cx="8327923" cy="397518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3"/>
          <p:cNvSpPr txBox="1">
            <a:spLocks noGrp="1"/>
          </p:cNvSpPr>
          <p:nvPr>
            <p:ph type="title"/>
          </p:nvPr>
        </p:nvSpPr>
        <p:spPr>
          <a:xfrm>
            <a:off x="457200" y="122237"/>
            <a:ext cx="8229600" cy="6397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Times New Roman"/>
              <a:buNone/>
            </a:pPr>
            <a:r>
              <a:rPr lang="en-US" sz="3200" b="1" i="0" u="none">
                <a:solidFill>
                  <a:schemeClr val="dk2"/>
                </a:solidFill>
                <a:latin typeface="Times New Roman"/>
                <a:ea typeface="Times New Roman"/>
                <a:cs typeface="Times New Roman"/>
                <a:sym typeface="Times New Roman"/>
              </a:rPr>
              <a:t>Technologies Used</a:t>
            </a:r>
            <a:endParaRPr/>
          </a:p>
        </p:txBody>
      </p:sp>
      <p:sp>
        <p:nvSpPr>
          <p:cNvPr id="225" name="Google Shape;225;p33"/>
          <p:cNvSpPr txBox="1"/>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
        <p:nvSpPr>
          <p:cNvPr id="226" name="Google Shape;226;p33"/>
          <p:cNvSpPr txBox="1">
            <a:spLocks noGrp="1"/>
          </p:cNvSpPr>
          <p:nvPr>
            <p:ph type="body" idx="1"/>
          </p:nvPr>
        </p:nvSpPr>
        <p:spPr>
          <a:xfrm>
            <a:off x="176981" y="979488"/>
            <a:ext cx="4719484" cy="5181600"/>
          </a:xfrm>
          <a:prstGeom prst="rect">
            <a:avLst/>
          </a:prstGeom>
          <a:noFill/>
          <a:ln>
            <a:noFill/>
          </a:ln>
        </p:spPr>
        <p:txBody>
          <a:bodyPr spcFirstLastPara="1" wrap="square" lIns="91425" tIns="45700" rIns="91425" bIns="45700" anchor="t" anchorCtr="0">
            <a:noAutofit/>
          </a:bodyPr>
          <a:lstStyle/>
          <a:p>
            <a:pPr marL="0" lvl="0" indent="0">
              <a:spcBef>
                <a:spcPts val="480"/>
              </a:spcBef>
              <a:buNone/>
            </a:pPr>
            <a:r>
              <a:rPr lang="en-IN" sz="2000" b="1" dirty="0">
                <a:latin typeface="Times New Roman" panose="02020603050405020304" pitchFamily="18" charset="0"/>
                <a:cs typeface="Times New Roman" panose="02020603050405020304" pitchFamily="18" charset="0"/>
              </a:rPr>
              <a:t>Frontend</a:t>
            </a:r>
          </a:p>
          <a:p>
            <a:pPr marL="342900">
              <a:spcBef>
                <a:spcPts val="48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HTML5, CSS3, JavaScript: Web interface </a:t>
            </a:r>
          </a:p>
          <a:p>
            <a:pPr marL="342900">
              <a:spcBef>
                <a:spcPts val="480"/>
              </a:spcBef>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Dark-mode responsive UI design</a:t>
            </a:r>
          </a:p>
          <a:p>
            <a:pPr marL="0" indent="0">
              <a:spcBef>
                <a:spcPts val="480"/>
              </a:spcBef>
              <a:buNone/>
            </a:pPr>
            <a:r>
              <a:rPr lang="en-IN" sz="2000" b="1" dirty="0">
                <a:latin typeface="Times New Roman" panose="02020603050405020304" pitchFamily="18" charset="0"/>
                <a:cs typeface="Times New Roman" panose="02020603050405020304" pitchFamily="18" charset="0"/>
              </a:rPr>
              <a:t>Backend</a:t>
            </a:r>
            <a:r>
              <a:rPr lang="en-IN" sz="2000" dirty="0">
                <a:latin typeface="Times New Roman" panose="02020603050405020304" pitchFamily="18" charset="0"/>
                <a:cs typeface="Times New Roman" panose="02020603050405020304" pitchFamily="18" charset="0"/>
              </a:rPr>
              <a:t> </a:t>
            </a:r>
          </a:p>
          <a:p>
            <a:pPr marL="342900">
              <a:spcBef>
                <a:spcPts val="48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Python: Primary language for all modules</a:t>
            </a:r>
          </a:p>
          <a:p>
            <a:pPr marL="342900">
              <a:spcBef>
                <a:spcPts val="480"/>
              </a:spcBef>
              <a:buFont typeface="Wingdings" panose="05000000000000000000" pitchFamily="2" charset="2"/>
              <a:buChar char="Ø"/>
            </a:pPr>
            <a:r>
              <a:rPr lang="en-IN" sz="2000" dirty="0" err="1">
                <a:latin typeface="Times New Roman" panose="02020603050405020304" pitchFamily="18" charset="0"/>
                <a:cs typeface="Times New Roman" panose="02020603050405020304" pitchFamily="18" charset="0"/>
              </a:rPr>
              <a:t>FastAPI</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Uvicorn</a:t>
            </a:r>
            <a:r>
              <a:rPr lang="en-IN" sz="2000" dirty="0">
                <a:latin typeface="Times New Roman" panose="02020603050405020304" pitchFamily="18" charset="0"/>
                <a:cs typeface="Times New Roman" panose="02020603050405020304" pitchFamily="18" charset="0"/>
              </a:rPr>
              <a:t>: REST API server</a:t>
            </a:r>
          </a:p>
          <a:p>
            <a:pPr marL="0" indent="0">
              <a:spcBef>
                <a:spcPts val="480"/>
              </a:spcBef>
              <a:buNone/>
            </a:pPr>
            <a:r>
              <a:rPr lang="en-IN" sz="2000" b="1" dirty="0">
                <a:latin typeface="Times New Roman" panose="02020603050405020304" pitchFamily="18" charset="0"/>
                <a:cs typeface="Times New Roman" panose="02020603050405020304" pitchFamily="18" charset="0"/>
              </a:rPr>
              <a:t>Machine Learning Models</a:t>
            </a:r>
          </a:p>
          <a:p>
            <a:pPr marL="342900">
              <a:spcBef>
                <a:spcPts val="480"/>
              </a:spcBef>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Logistic Regression</a:t>
            </a:r>
          </a:p>
          <a:p>
            <a:pPr marL="342900">
              <a:spcBef>
                <a:spcPts val="480"/>
              </a:spcBef>
              <a:buFont typeface="Wingdings" panose="05000000000000000000" pitchFamily="2" charset="2"/>
              <a:buChar char="Ø"/>
            </a:pPr>
            <a:r>
              <a:rPr lang="en-IN" sz="2000" dirty="0" err="1">
                <a:latin typeface="Times New Roman" panose="02020603050405020304" pitchFamily="18" charset="0"/>
                <a:cs typeface="Times New Roman" panose="02020603050405020304" pitchFamily="18" charset="0"/>
              </a:rPr>
              <a:t>XGBoost</a:t>
            </a:r>
            <a:r>
              <a:rPr lang="en-IN" sz="2000" dirty="0">
                <a:latin typeface="Times New Roman" panose="02020603050405020304" pitchFamily="18" charset="0"/>
                <a:cs typeface="Times New Roman" panose="02020603050405020304" pitchFamily="18" charset="0"/>
              </a:rPr>
              <a:t> (GPU Accelerated)</a:t>
            </a:r>
          </a:p>
          <a:p>
            <a:pPr marL="342900">
              <a:spcBef>
                <a:spcPts val="480"/>
              </a:spcBef>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Naive Bayes</a:t>
            </a:r>
          </a:p>
          <a:p>
            <a:pPr marL="342900">
              <a:spcBef>
                <a:spcPts val="480"/>
              </a:spcBef>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Voting Classifier</a:t>
            </a:r>
            <a:endParaRPr sz="2000" dirty="0">
              <a:latin typeface="Times New Roman" panose="02020603050405020304" pitchFamily="18" charset="0"/>
              <a:ea typeface="Times New Roman"/>
              <a:cs typeface="Times New Roman" panose="02020603050405020304" pitchFamily="18" charset="0"/>
              <a:sym typeface="Times New Roman"/>
            </a:endParaRPr>
          </a:p>
        </p:txBody>
      </p:sp>
      <p:sp>
        <p:nvSpPr>
          <p:cNvPr id="2" name="TextBox 1">
            <a:extLst>
              <a:ext uri="{FF2B5EF4-FFF2-40B4-BE49-F238E27FC236}">
                <a16:creationId xmlns:a16="http://schemas.microsoft.com/office/drawing/2014/main" id="{BE77E6B2-396D-BA72-D08B-7A2BDBE5B2B1}"/>
              </a:ext>
            </a:extLst>
          </p:cNvPr>
          <p:cNvSpPr txBox="1"/>
          <p:nvPr/>
        </p:nvSpPr>
        <p:spPr>
          <a:xfrm>
            <a:off x="4572000" y="1189703"/>
            <a:ext cx="4395019" cy="3452227"/>
          </a:xfrm>
          <a:prstGeom prst="rect">
            <a:avLst/>
          </a:prstGeom>
          <a:noFill/>
        </p:spPr>
        <p:txBody>
          <a:bodyPr wrap="square" rtlCol="0">
            <a:spAutoFit/>
          </a:bodyPr>
          <a:lstStyle/>
          <a:p>
            <a:pPr marL="0" indent="0">
              <a:spcBef>
                <a:spcPts val="480"/>
              </a:spcBef>
              <a:buNone/>
            </a:pPr>
            <a:r>
              <a:rPr lang="en-IN" sz="2000" b="1" dirty="0">
                <a:latin typeface="Times New Roman" panose="02020603050405020304" pitchFamily="18" charset="0"/>
                <a:cs typeface="Times New Roman" panose="02020603050405020304" pitchFamily="18" charset="0"/>
              </a:rPr>
              <a:t>NLP &amp; Feature Extraction</a:t>
            </a:r>
          </a:p>
          <a:p>
            <a:pPr marL="285750" indent="-285750">
              <a:spcBef>
                <a:spcPts val="480"/>
              </a:spcBef>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TF-IDF Vectorizer (Scikit-learn)</a:t>
            </a:r>
          </a:p>
          <a:p>
            <a:pPr marL="285750" indent="-285750">
              <a:spcBef>
                <a:spcPts val="480"/>
              </a:spcBef>
              <a:spcAft>
                <a:spcPts val="600"/>
              </a:spcAft>
              <a:buFont typeface="Wingdings" panose="05000000000000000000" pitchFamily="2" charset="2"/>
              <a:buChar char="Ø"/>
            </a:pPr>
            <a:r>
              <a:rPr lang="en-IN" sz="2000" dirty="0" err="1">
                <a:latin typeface="Times New Roman" panose="02020603050405020304" pitchFamily="18" charset="0"/>
                <a:cs typeface="Times New Roman" panose="02020603050405020304" pitchFamily="18" charset="0"/>
              </a:rPr>
              <a:t>FinBERT</a:t>
            </a:r>
            <a:r>
              <a:rPr lang="en-IN" sz="2000" dirty="0">
                <a:latin typeface="Times New Roman" panose="02020603050405020304" pitchFamily="18" charset="0"/>
                <a:cs typeface="Times New Roman" panose="02020603050405020304" pitchFamily="18" charset="0"/>
              </a:rPr>
              <a:t> Transformer (</a:t>
            </a:r>
            <a:r>
              <a:rPr lang="en-IN" sz="2000" dirty="0" err="1">
                <a:latin typeface="Times New Roman" panose="02020603050405020304" pitchFamily="18" charset="0"/>
                <a:cs typeface="Times New Roman" panose="02020603050405020304" pitchFamily="18" charset="0"/>
              </a:rPr>
              <a:t>HuggingFace</a:t>
            </a:r>
            <a:r>
              <a:rPr lang="en-IN" sz="2000"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Explainability</a:t>
            </a:r>
          </a:p>
          <a:p>
            <a:pPr marL="285750" indent="-285750">
              <a:spcAft>
                <a:spcPts val="600"/>
              </a:spcAf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LIME: Word-level prediction explanation</a:t>
            </a:r>
          </a:p>
          <a:p>
            <a:r>
              <a:rPr lang="en-IN" sz="2000" b="1" dirty="0">
                <a:latin typeface="Times New Roman" panose="02020603050405020304" pitchFamily="18" charset="0"/>
                <a:cs typeface="Times New Roman" panose="02020603050405020304" pitchFamily="18" charset="0"/>
              </a:rPr>
              <a:t>Libraries</a:t>
            </a:r>
          </a:p>
          <a:p>
            <a:pPr marL="285750" indent="-285750">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Pandas, NumPy, Scikit-learn, </a:t>
            </a:r>
            <a:r>
              <a:rPr lang="en-IN" sz="2000" dirty="0" err="1">
                <a:latin typeface="Times New Roman" panose="02020603050405020304" pitchFamily="18" charset="0"/>
                <a:cs typeface="Times New Roman" panose="02020603050405020304" pitchFamily="18" charset="0"/>
              </a:rPr>
              <a:t>Joblib</a:t>
            </a:r>
            <a:r>
              <a:rPr lang="en-IN" sz="2000" dirty="0">
                <a:latin typeface="Times New Roman" panose="02020603050405020304" pitchFamily="18" charset="0"/>
                <a:cs typeface="Times New Roman" panose="02020603050405020304" pitchFamily="18" charset="0"/>
              </a:rPr>
              <a:t>, Torch, Transformers</a:t>
            </a:r>
          </a:p>
          <a:p>
            <a:pPr marL="285750" indent="-28575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4"/>
          <p:cNvSpPr txBox="1">
            <a:spLocks noGrp="1"/>
          </p:cNvSpPr>
          <p:nvPr>
            <p:ph type="title"/>
          </p:nvPr>
        </p:nvSpPr>
        <p:spPr>
          <a:xfrm>
            <a:off x="457200" y="122237"/>
            <a:ext cx="8229600" cy="6397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3200"/>
              <a:buFont typeface="Times New Roman"/>
              <a:buNone/>
            </a:pPr>
            <a:r>
              <a:rPr lang="en-US" sz="3200" b="1" i="0" u="none" dirty="0">
                <a:solidFill>
                  <a:schemeClr val="dk2"/>
                </a:solidFill>
                <a:latin typeface="Times New Roman"/>
                <a:ea typeface="Times New Roman"/>
                <a:cs typeface="Times New Roman"/>
                <a:sym typeface="Times New Roman"/>
              </a:rPr>
              <a:t>Conclusion and Future Work</a:t>
            </a:r>
            <a:endParaRPr dirty="0"/>
          </a:p>
        </p:txBody>
      </p:sp>
      <p:sp>
        <p:nvSpPr>
          <p:cNvPr id="232" name="Google Shape;232;p34"/>
          <p:cNvSpPr txBox="1"/>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
        <p:nvSpPr>
          <p:cNvPr id="233" name="Google Shape;233;p34"/>
          <p:cNvSpPr txBox="1">
            <a:spLocks noGrp="1"/>
          </p:cNvSpPr>
          <p:nvPr>
            <p:ph type="body" idx="1"/>
          </p:nvPr>
        </p:nvSpPr>
        <p:spPr>
          <a:xfrm>
            <a:off x="68826" y="1189704"/>
            <a:ext cx="9075174" cy="4971384"/>
          </a:xfrm>
          <a:prstGeom prst="rect">
            <a:avLst/>
          </a:prstGeom>
          <a:noFill/>
          <a:ln>
            <a:noFill/>
          </a:ln>
        </p:spPr>
        <p:txBody>
          <a:bodyPr spcFirstLastPara="1" wrap="square" lIns="91425" tIns="45700" rIns="91425" bIns="45700" anchor="t" anchorCtr="0">
            <a:noAutofit/>
          </a:bodyPr>
          <a:lstStyle/>
          <a:p>
            <a:pPr marL="114300" indent="0">
              <a:buNone/>
            </a:pPr>
            <a:r>
              <a:rPr lang="en-IN" sz="2000" b="1" dirty="0">
                <a:latin typeface="Times New Roman" panose="02020603050405020304" pitchFamily="18" charset="0"/>
                <a:cs typeface="Times New Roman" panose="02020603050405020304" pitchFamily="18" charset="0"/>
              </a:rPr>
              <a:t>Conclusion</a:t>
            </a: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Successfully built a dual-engine AI system for detecting investment scams and Ponzi schemes on social media using </a:t>
            </a:r>
            <a:r>
              <a:rPr lang="en-IN" sz="2000" dirty="0" err="1">
                <a:latin typeface="Times New Roman" panose="02020603050405020304" pitchFamily="18" charset="0"/>
                <a:cs typeface="Times New Roman" panose="02020603050405020304" pitchFamily="18" charset="0"/>
              </a:rPr>
              <a:t>FinBERT</a:t>
            </a:r>
            <a:r>
              <a:rPr lang="en-IN" sz="2000" dirty="0">
                <a:latin typeface="Times New Roman" panose="02020603050405020304" pitchFamily="18" charset="0"/>
                <a:cs typeface="Times New Roman" panose="02020603050405020304" pitchFamily="18" charset="0"/>
              </a:rPr>
              <a:t> and TF-IDF.</a:t>
            </a:r>
          </a:p>
          <a:p>
            <a:pPr marL="114300" indent="0">
              <a:buNone/>
            </a:pPr>
            <a:r>
              <a:rPr lang="en-IN" sz="2000" b="1" dirty="0">
                <a:latin typeface="Times New Roman" panose="02020603050405020304" pitchFamily="18" charset="0"/>
                <a:cs typeface="Times New Roman" panose="02020603050405020304" pitchFamily="18" charset="0"/>
              </a:rPr>
              <a:t>Future Work</a:t>
            </a:r>
            <a:endParaRPr lang="en-IN"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Fine-tune </a:t>
            </a:r>
            <a:r>
              <a:rPr lang="en-IN" sz="2000" dirty="0" err="1">
                <a:latin typeface="Times New Roman" panose="02020603050405020304" pitchFamily="18" charset="0"/>
                <a:cs typeface="Times New Roman" panose="02020603050405020304" pitchFamily="18" charset="0"/>
              </a:rPr>
              <a:t>FinBERT</a:t>
            </a:r>
            <a:r>
              <a:rPr lang="en-IN" sz="2000" dirty="0">
                <a:latin typeface="Times New Roman" panose="02020603050405020304" pitchFamily="18" charset="0"/>
                <a:cs typeface="Times New Roman" panose="02020603050405020304" pitchFamily="18" charset="0"/>
              </a:rPr>
              <a:t> – Train </a:t>
            </a:r>
            <a:r>
              <a:rPr lang="en-IN" sz="2000" dirty="0" err="1">
                <a:latin typeface="Times New Roman" panose="02020603050405020304" pitchFamily="18" charset="0"/>
                <a:cs typeface="Times New Roman" panose="02020603050405020304" pitchFamily="18" charset="0"/>
              </a:rPr>
              <a:t>FinBERT</a:t>
            </a:r>
            <a:r>
              <a:rPr lang="en-IN" sz="2000" dirty="0">
                <a:latin typeface="Times New Roman" panose="02020603050405020304" pitchFamily="18" charset="0"/>
                <a:cs typeface="Times New Roman" panose="02020603050405020304" pitchFamily="18" charset="0"/>
              </a:rPr>
              <a:t> specifically on real investment scam data for better accuracy</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Better Dataset – Collect real crypto scam posts from Reddit, FTC complaints, and Telegram groups</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Browser Extension – Build a Chrome extension to scan web pages and messages in real-time</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URL Analysis – Add URL reputation checking alongside text-based scam detection</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Multi-language Support – Extend detection to Hindi, Marathi, and other regional languages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9"/>
          <p:cNvSpPr txBox="1">
            <a:spLocks noGrp="1"/>
          </p:cNvSpPr>
          <p:nvPr>
            <p:ph type="title"/>
          </p:nvPr>
        </p:nvSpPr>
        <p:spPr>
          <a:xfrm>
            <a:off x="766330" y="3109119"/>
            <a:ext cx="8229600" cy="6397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9600"/>
              <a:buFont typeface="Times New Roman"/>
              <a:buNone/>
            </a:pPr>
            <a:r>
              <a:rPr lang="en-US" sz="9600" b="0" i="0" u="none" dirty="0">
                <a:solidFill>
                  <a:schemeClr val="dk2"/>
                </a:solidFill>
                <a:latin typeface="Times New Roman"/>
                <a:ea typeface="Times New Roman"/>
                <a:cs typeface="Times New Roman"/>
                <a:sym typeface="Times New Roman"/>
              </a:rPr>
              <a:t>Thank You !!!</a:t>
            </a:r>
            <a:endParaRPr dirty="0"/>
          </a:p>
        </p:txBody>
      </p:sp>
      <p:sp>
        <p:nvSpPr>
          <p:cNvPr id="268" name="Google Shape;268;p39"/>
          <p:cNvSpPr txBox="1"/>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0"/>
          <p:cNvSpPr txBox="1">
            <a:spLocks noGrp="1"/>
          </p:cNvSpPr>
          <p:nvPr>
            <p:ph type="title"/>
          </p:nvPr>
        </p:nvSpPr>
        <p:spPr>
          <a:xfrm>
            <a:off x="447675" y="2713037"/>
            <a:ext cx="8229600" cy="639762"/>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2"/>
              </a:buClr>
              <a:buSzPts val="9600"/>
              <a:buFont typeface="Times New Roman"/>
              <a:buNone/>
            </a:pPr>
            <a:r>
              <a:rPr lang="en-US" sz="9600" b="0" i="0" u="none" dirty="0">
                <a:solidFill>
                  <a:schemeClr val="dk2"/>
                </a:solidFill>
                <a:latin typeface="Times New Roman"/>
                <a:ea typeface="Times New Roman"/>
                <a:cs typeface="Times New Roman"/>
                <a:sym typeface="Times New Roman"/>
              </a:rPr>
              <a:t>Q &amp; A</a:t>
            </a:r>
            <a:endParaRPr dirty="0"/>
          </a:p>
        </p:txBody>
      </p:sp>
      <p:sp>
        <p:nvSpPr>
          <p:cNvPr id="274" name="Google Shape;274;p40"/>
          <p:cNvSpPr txBox="1"/>
          <p:nvPr/>
        </p:nvSpPr>
        <p:spPr>
          <a:xfrm>
            <a:off x="6553200" y="6378575"/>
            <a:ext cx="2133600" cy="47625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Arial"/>
              <a:buNone/>
            </a:pPr>
            <a:fld id="{00000000-1234-1234-1234-123412341234}" type="slidenum">
              <a:rPr lang="en-US" sz="1400" b="0" i="0" u="none" strike="noStrike" cap="none">
                <a:solidFill>
                  <a:schemeClr val="dk1"/>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Theme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heme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966</Words>
  <Application>Microsoft Office PowerPoint</Application>
  <PresentationFormat>On-screen Show (4:3)</PresentationFormat>
  <Paragraphs>156</Paragraphs>
  <Slides>16</Slides>
  <Notes>16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Calibri</vt:lpstr>
      <vt:lpstr>Times New Roman</vt:lpstr>
      <vt:lpstr>Wingdings</vt:lpstr>
      <vt:lpstr>Arial</vt:lpstr>
      <vt:lpstr>Noto Sans Symbols</vt:lpstr>
      <vt:lpstr>Theme1</vt:lpstr>
      <vt:lpstr>1_Theme1</vt:lpstr>
      <vt:lpstr>ScamGuard AI  “Fake Investment Scam &amp; Ponzi Scheme Detection” </vt:lpstr>
      <vt:lpstr>Contents</vt:lpstr>
      <vt:lpstr>Introduction</vt:lpstr>
      <vt:lpstr>Introduction</vt:lpstr>
      <vt:lpstr>Introduction</vt:lpstr>
      <vt:lpstr>Introduction</vt:lpstr>
      <vt:lpstr>Introduction</vt:lpstr>
      <vt:lpstr>Review of Existing Literature</vt:lpstr>
      <vt:lpstr>Proposed System</vt:lpstr>
      <vt:lpstr>Implementation</vt:lpstr>
      <vt:lpstr>Implementation</vt:lpstr>
      <vt:lpstr>Implementation</vt:lpstr>
      <vt:lpstr>Technologies Used</vt:lpstr>
      <vt:lpstr>Conclusion and Future Work</vt:lpstr>
      <vt:lpstr>Thank You !!!</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Kishan Ravat</dc:creator>
  <cp:lastModifiedBy>tanmay patil</cp:lastModifiedBy>
  <cp:revision>3</cp:revision>
  <dcterms:modified xsi:type="dcterms:W3CDTF">2026-03-05T19:22:53Z</dcterms:modified>
</cp:coreProperties>
</file>